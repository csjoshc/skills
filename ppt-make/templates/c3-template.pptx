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1.svg" ContentType="image/svg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4"/>
  </p:sldMasterIdLst>
  <p:notesMasterIdLst>
    <p:notesMasterId r:id="rId17"/>
  </p:notes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3 AI Template Dark" id="{82625773-936C-A343-8B5E-DEF5008C8487}">
          <p14:sldIdLst>
            <p14:sldId id="3321"/>
            <p14:sldId id="3352"/>
            <p14:sldId id="3344"/>
            <p14:sldId id="3347"/>
            <p14:sldId id="3348"/>
            <p14:sldId id="3353"/>
            <p14:sldId id="3354"/>
            <p14:sldId id="3346"/>
            <p14:sldId id="3345"/>
            <p14:sldId id="3349"/>
            <p14:sldId id="3333"/>
            <p14:sldId id="334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A9599D-F024-338B-AFCA-1733EE47FC71}" v="180" dt="2025-12-08T17:01:48.776"/>
    <p1510:client id="{109E2393-439E-E492-C2D8-79120C562B6C}" v="707" dt="2025-12-08T15:13:42.503"/>
    <p1510:client id="{96970042-0276-284D-BC5F-47BA24F740BA}" v="3303" dt="2025-12-08T17:20:38.146"/>
  </p1510:revLst>
</p1510:revInfo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02"/>
    <p:restoredTop sz="94694"/>
  </p:normalViewPr>
  <p:slideViewPr>
    <p:cSldViewPr snapToGrid="0">
      <p:cViewPr>
        <p:scale>
          <a:sx n="89" d="100"/>
          <a:sy n="89" d="100"/>
        </p:scale>
        <p:origin x="1816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Chiu" userId="S::josh.chiu@c3.ai::869cf198-d2af-428a-8b7c-01829c9efe14" providerId="AD" clId="Web-{08A9599D-F024-338B-AFCA-1733EE47FC71}"/>
    <pc:docChg chg="addSld modSld sldOrd modSection">
      <pc:chgData name="Josh Chiu" userId="S::josh.chiu@c3.ai::869cf198-d2af-428a-8b7c-01829c9efe14" providerId="AD" clId="Web-{08A9599D-F024-338B-AFCA-1733EE47FC71}" dt="2025-12-08T17:01:48.776" v="92" actId="1076"/>
      <pc:docMkLst>
        <pc:docMk/>
      </pc:docMkLst>
      <pc:sldChg chg="addSp modSp add ord">
        <pc:chgData name="Josh Chiu" userId="S::josh.chiu@c3.ai::869cf198-d2af-428a-8b7c-01829c9efe14" providerId="AD" clId="Web-{08A9599D-F024-338B-AFCA-1733EE47FC71}" dt="2025-12-08T17:01:48.776" v="92" actId="1076"/>
        <pc:sldMkLst>
          <pc:docMk/>
          <pc:sldMk cId="1784213495" sldId="3333"/>
        </pc:sldMkLst>
        <pc:spChg chg="mod">
          <ac:chgData name="Josh Chiu" userId="S::josh.chiu@c3.ai::869cf198-d2af-428a-8b7c-01829c9efe14" providerId="AD" clId="Web-{08A9599D-F024-338B-AFCA-1733EE47FC71}" dt="2025-12-08T17:00:59.134" v="2" actId="20577"/>
          <ac:spMkLst>
            <pc:docMk/>
            <pc:sldMk cId="1784213495" sldId="3333"/>
            <ac:spMk id="5" creationId="{00000000-0000-0000-0000-000000000000}"/>
          </ac:spMkLst>
        </pc:spChg>
        <pc:spChg chg="add mod">
          <ac:chgData name="Josh Chiu" userId="S::josh.chiu@c3.ai::869cf198-d2af-428a-8b7c-01829c9efe14" providerId="AD" clId="Web-{08A9599D-F024-338B-AFCA-1733EE47FC71}" dt="2025-12-08T17:01:37.103" v="90" actId="1076"/>
          <ac:spMkLst>
            <pc:docMk/>
            <pc:sldMk cId="1784213495" sldId="3333"/>
            <ac:spMk id="6" creationId="{901B0908-D50B-B169-485A-836E25CEC536}"/>
          </ac:spMkLst>
        </pc:spChg>
        <pc:spChg chg="mod">
          <ac:chgData name="Josh Chiu" userId="S::josh.chiu@c3.ai::869cf198-d2af-428a-8b7c-01829c9efe14" providerId="AD" clId="Web-{08A9599D-F024-338B-AFCA-1733EE47FC71}" dt="2025-12-08T17:01:28.822" v="86" actId="20577"/>
          <ac:spMkLst>
            <pc:docMk/>
            <pc:sldMk cId="1784213495" sldId="3333"/>
            <ac:spMk id="8" creationId="{00000000-0000-0000-0000-000000000000}"/>
          </ac:spMkLst>
        </pc:spChg>
        <pc:spChg chg="add mod">
          <ac:chgData name="Josh Chiu" userId="S::josh.chiu@c3.ai::869cf198-d2af-428a-8b7c-01829c9efe14" providerId="AD" clId="Web-{08A9599D-F024-338B-AFCA-1733EE47FC71}" dt="2025-12-08T17:01:48.776" v="92" actId="1076"/>
          <ac:spMkLst>
            <pc:docMk/>
            <pc:sldMk cId="1784213495" sldId="3333"/>
            <ac:spMk id="9" creationId="{E535AA54-FBAA-04A9-B9BA-5F31DC553D07}"/>
          </ac:spMkLst>
        </pc:spChg>
      </pc:sldChg>
    </pc:docChg>
  </pc:docChgLst>
  <pc:docChgLst>
    <pc:chgData name="Josh Chiu" userId="S::josh.chiu@c3.ai::869cf198-d2af-428a-8b7c-01829c9efe14" providerId="AD" clId="Web-{109E2393-439E-E492-C2D8-79120C562B6C}"/>
    <pc:docChg chg="delSld modSld modSection">
      <pc:chgData name="Josh Chiu" userId="S::josh.chiu@c3.ai::869cf198-d2af-428a-8b7c-01829c9efe14" providerId="AD" clId="Web-{109E2393-439E-E492-C2D8-79120C562B6C}" dt="2025-12-08T15:13:41.628" v="380" actId="20577"/>
      <pc:docMkLst>
        <pc:docMk/>
      </pc:docMkLst>
      <pc:sldChg chg="modSp">
        <pc:chgData name="Josh Chiu" userId="S::josh.chiu@c3.ai::869cf198-d2af-428a-8b7c-01829c9efe14" providerId="AD" clId="Web-{109E2393-439E-E492-C2D8-79120C562B6C}" dt="2025-12-08T15:13:41.628" v="380" actId="20577"/>
        <pc:sldMkLst>
          <pc:docMk/>
          <pc:sldMk cId="2715859603" sldId="3322"/>
        </pc:sldMkLst>
        <pc:spChg chg="mod">
          <ac:chgData name="Josh Chiu" userId="S::josh.chiu@c3.ai::869cf198-d2af-428a-8b7c-01829c9efe14" providerId="AD" clId="Web-{109E2393-439E-E492-C2D8-79120C562B6C}" dt="2025-12-08T15:13:41.628" v="380" actId="20577"/>
          <ac:spMkLst>
            <pc:docMk/>
            <pc:sldMk cId="2715859603" sldId="3322"/>
            <ac:spMk id="5" creationId="{00000000-0000-0000-0000-000000000000}"/>
          </ac:spMkLst>
        </pc:spChg>
        <pc:spChg chg="mod">
          <ac:chgData name="Josh Chiu" userId="S::josh.chiu@c3.ai::869cf198-d2af-428a-8b7c-01829c9efe14" providerId="AD" clId="Web-{109E2393-439E-E492-C2D8-79120C562B6C}" dt="2025-12-08T15:13:38.612" v="365" actId="20577"/>
          <ac:spMkLst>
            <pc:docMk/>
            <pc:sldMk cId="2715859603" sldId="3322"/>
            <ac:spMk id="6" creationId="{00000000-0000-0000-0000-000000000000}"/>
          </ac:spMkLst>
        </pc:spChg>
      </pc:sldChg>
      <pc:sldChg chg="del">
        <pc:chgData name="Josh Chiu" userId="S::josh.chiu@c3.ai::869cf198-d2af-428a-8b7c-01829c9efe14" providerId="AD" clId="Web-{109E2393-439E-E492-C2D8-79120C562B6C}" dt="2025-12-08T15:12:29.080" v="214"/>
        <pc:sldMkLst>
          <pc:docMk/>
          <pc:sldMk cId="1772483271" sldId="3328"/>
        </pc:sldMkLst>
      </pc:sldChg>
    </pc:docChg>
  </pc:docChgLst>
  <pc:docChgLst>
    <pc:chgData name="Josh Chiu" userId="869cf198-d2af-428a-8b7c-01829c9efe14" providerId="ADAL" clId="{B3FD8D3D-6B8C-5582-8032-1ECDF39F3FB9}"/>
    <pc:docChg chg="undo custSel addSld delSld modSld sldOrd modSection">
      <pc:chgData name="Josh Chiu" userId="869cf198-d2af-428a-8b7c-01829c9efe14" providerId="ADAL" clId="{B3FD8D3D-6B8C-5582-8032-1ECDF39F3FB9}" dt="2025-12-08T17:20:38.146" v="3922" actId="20577"/>
      <pc:docMkLst>
        <pc:docMk/>
      </pc:docMkLst>
      <pc:sldChg chg="modSp mod">
        <pc:chgData name="Josh Chiu" userId="869cf198-d2af-428a-8b7c-01829c9efe14" providerId="ADAL" clId="{B3FD8D3D-6B8C-5582-8032-1ECDF39F3FB9}" dt="2025-12-08T15:44:06.119" v="47" actId="20577"/>
        <pc:sldMkLst>
          <pc:docMk/>
          <pc:sldMk cId="3443002588" sldId="3321"/>
        </pc:sldMkLst>
        <pc:spChg chg="mod">
          <ac:chgData name="Josh Chiu" userId="869cf198-d2af-428a-8b7c-01829c9efe14" providerId="ADAL" clId="{B3FD8D3D-6B8C-5582-8032-1ECDF39F3FB9}" dt="2025-12-08T15:43:56.053" v="26" actId="20577"/>
          <ac:spMkLst>
            <pc:docMk/>
            <pc:sldMk cId="3443002588" sldId="3321"/>
            <ac:spMk id="2" creationId="{00000000-0000-0000-0000-000000000000}"/>
          </ac:spMkLst>
        </pc:spChg>
        <pc:spChg chg="mod">
          <ac:chgData name="Josh Chiu" userId="869cf198-d2af-428a-8b7c-01829c9efe14" providerId="ADAL" clId="{B3FD8D3D-6B8C-5582-8032-1ECDF39F3FB9}" dt="2025-12-08T15:43:58.095" v="31" actId="20577"/>
          <ac:spMkLst>
            <pc:docMk/>
            <pc:sldMk cId="3443002588" sldId="3321"/>
            <ac:spMk id="3" creationId="{6755147D-D25C-FB4E-BC98-F0837CF9229B}"/>
          </ac:spMkLst>
        </pc:spChg>
        <pc:spChg chg="mod">
          <ac:chgData name="Josh Chiu" userId="869cf198-d2af-428a-8b7c-01829c9efe14" providerId="ADAL" clId="{B3FD8D3D-6B8C-5582-8032-1ECDF39F3FB9}" dt="2025-12-08T15:44:06.119" v="47" actId="20577"/>
          <ac:spMkLst>
            <pc:docMk/>
            <pc:sldMk cId="3443002588" sldId="3321"/>
            <ac:spMk id="4" creationId="{3B9B1C95-C4A3-9D43-9910-FCC770B1D213}"/>
          </ac:spMkLst>
        </pc:spChg>
      </pc:sldChg>
      <pc:sldChg chg="del">
        <pc:chgData name="Josh Chiu" userId="869cf198-d2af-428a-8b7c-01829c9efe14" providerId="ADAL" clId="{B3FD8D3D-6B8C-5582-8032-1ECDF39F3FB9}" dt="2025-12-08T15:46:50.407" v="68" actId="2696"/>
        <pc:sldMkLst>
          <pc:docMk/>
          <pc:sldMk cId="1939220073" sldId="3323"/>
        </pc:sldMkLst>
      </pc:sldChg>
      <pc:sldChg chg="del">
        <pc:chgData name="Josh Chiu" userId="869cf198-d2af-428a-8b7c-01829c9efe14" providerId="ADAL" clId="{B3FD8D3D-6B8C-5582-8032-1ECDF39F3FB9}" dt="2025-12-08T15:44:10.342" v="48" actId="2696"/>
        <pc:sldMkLst>
          <pc:docMk/>
          <pc:sldMk cId="2800238436" sldId="3324"/>
        </pc:sldMkLst>
      </pc:sldChg>
      <pc:sldChg chg="del">
        <pc:chgData name="Josh Chiu" userId="869cf198-d2af-428a-8b7c-01829c9efe14" providerId="ADAL" clId="{B3FD8D3D-6B8C-5582-8032-1ECDF39F3FB9}" dt="2025-12-08T15:46:52.912" v="70" actId="2696"/>
        <pc:sldMkLst>
          <pc:docMk/>
          <pc:sldMk cId="3227399975" sldId="3326"/>
        </pc:sldMkLst>
      </pc:sldChg>
      <pc:sldChg chg="del">
        <pc:chgData name="Josh Chiu" userId="869cf198-d2af-428a-8b7c-01829c9efe14" providerId="ADAL" clId="{B3FD8D3D-6B8C-5582-8032-1ECDF39F3FB9}" dt="2025-12-08T15:44:12.932" v="49" actId="2696"/>
        <pc:sldMkLst>
          <pc:docMk/>
          <pc:sldMk cId="4267156152" sldId="3327"/>
        </pc:sldMkLst>
      </pc:sldChg>
      <pc:sldChg chg="del">
        <pc:chgData name="Josh Chiu" userId="869cf198-d2af-428a-8b7c-01829c9efe14" providerId="ADAL" clId="{B3FD8D3D-6B8C-5582-8032-1ECDF39F3FB9}" dt="2025-12-08T15:46:41.227" v="67" actId="2696"/>
        <pc:sldMkLst>
          <pc:docMk/>
          <pc:sldMk cId="1333534957" sldId="3329"/>
        </pc:sldMkLst>
      </pc:sldChg>
      <pc:sldChg chg="modSp mod">
        <pc:chgData name="Josh Chiu" userId="869cf198-d2af-428a-8b7c-01829c9efe14" providerId="ADAL" clId="{B3FD8D3D-6B8C-5582-8032-1ECDF39F3FB9}" dt="2025-12-08T15:47:14.756" v="89" actId="20577"/>
        <pc:sldMkLst>
          <pc:docMk/>
          <pc:sldMk cId="71432107" sldId="3331"/>
        </pc:sldMkLst>
        <pc:spChg chg="mod">
          <ac:chgData name="Josh Chiu" userId="869cf198-d2af-428a-8b7c-01829c9efe14" providerId="ADAL" clId="{B3FD8D3D-6B8C-5582-8032-1ECDF39F3FB9}" dt="2025-12-08T15:47:14.756" v="89" actId="20577"/>
          <ac:spMkLst>
            <pc:docMk/>
            <pc:sldMk cId="71432107" sldId="3331"/>
            <ac:spMk id="4" creationId="{D770A692-1F8B-474E-8AED-E43F488BCE06}"/>
          </ac:spMkLst>
        </pc:spChg>
      </pc:sldChg>
      <pc:sldChg chg="addSp delSp modSp mod">
        <pc:chgData name="Josh Chiu" userId="869cf198-d2af-428a-8b7c-01829c9efe14" providerId="ADAL" clId="{B3FD8D3D-6B8C-5582-8032-1ECDF39F3FB9}" dt="2025-12-08T16:31:53.944" v="2630" actId="20577"/>
        <pc:sldMkLst>
          <pc:docMk/>
          <pc:sldMk cId="1496227855" sldId="3332"/>
        </pc:sldMkLst>
        <pc:spChg chg="mod">
          <ac:chgData name="Josh Chiu" userId="869cf198-d2af-428a-8b7c-01829c9efe14" providerId="ADAL" clId="{B3FD8D3D-6B8C-5582-8032-1ECDF39F3FB9}" dt="2025-12-08T16:31:24.697" v="2549" actId="20577"/>
          <ac:spMkLst>
            <pc:docMk/>
            <pc:sldMk cId="1496227855" sldId="3332"/>
            <ac:spMk id="4" creationId="{00000000-0000-0000-0000-000000000000}"/>
          </ac:spMkLst>
        </pc:spChg>
        <pc:spChg chg="mod">
          <ac:chgData name="Josh Chiu" userId="869cf198-d2af-428a-8b7c-01829c9efe14" providerId="ADAL" clId="{B3FD8D3D-6B8C-5582-8032-1ECDF39F3FB9}" dt="2025-12-08T16:31:53.944" v="2630" actId="20577"/>
          <ac:spMkLst>
            <pc:docMk/>
            <pc:sldMk cId="1496227855" sldId="3332"/>
            <ac:spMk id="5" creationId="{00000000-0000-0000-0000-000000000000}"/>
          </ac:spMkLst>
        </pc:spChg>
        <pc:spChg chg="del mod">
          <ac:chgData name="Josh Chiu" userId="869cf198-d2af-428a-8b7c-01829c9efe14" providerId="ADAL" clId="{B3FD8D3D-6B8C-5582-8032-1ECDF39F3FB9}" dt="2025-12-08T15:44:18.170" v="51" actId="478"/>
          <ac:spMkLst>
            <pc:docMk/>
            <pc:sldMk cId="1496227855" sldId="3332"/>
            <ac:spMk id="6" creationId="{0D9A4792-A21B-AB45-99A6-A4A76021A9B7}"/>
          </ac:spMkLst>
        </pc:spChg>
        <pc:picChg chg="add mod modCrop">
          <ac:chgData name="Josh Chiu" userId="869cf198-d2af-428a-8b7c-01829c9efe14" providerId="ADAL" clId="{B3FD8D3D-6B8C-5582-8032-1ECDF39F3FB9}" dt="2025-12-08T16:31:31.579" v="2571" actId="1076"/>
          <ac:picMkLst>
            <pc:docMk/>
            <pc:sldMk cId="1496227855" sldId="3332"/>
            <ac:picMk id="7" creationId="{3B765E8D-F973-D9DC-C2CA-D6AA783B48FE}"/>
          </ac:picMkLst>
        </pc:picChg>
      </pc:sldChg>
      <pc:sldChg chg="addSp delSp modSp del mod">
        <pc:chgData name="Josh Chiu" userId="869cf198-d2af-428a-8b7c-01829c9efe14" providerId="ADAL" clId="{B3FD8D3D-6B8C-5582-8032-1ECDF39F3FB9}" dt="2025-12-08T17:20:38.146" v="3922" actId="20577"/>
        <pc:sldMkLst>
          <pc:docMk/>
          <pc:sldMk cId="1784213495" sldId="3333"/>
        </pc:sldMkLst>
        <pc:spChg chg="add del mod">
          <ac:chgData name="Josh Chiu" userId="869cf198-d2af-428a-8b7c-01829c9efe14" providerId="ADAL" clId="{B3FD8D3D-6B8C-5582-8032-1ECDF39F3FB9}" dt="2025-12-08T17:03:53.808" v="3408"/>
          <ac:spMkLst>
            <pc:docMk/>
            <pc:sldMk cId="1784213495" sldId="3333"/>
            <ac:spMk id="3" creationId="{B5C73209-82D1-E702-928E-F0C89C8E5ED0}"/>
          </ac:spMkLst>
        </pc:spChg>
        <pc:spChg chg="mod">
          <ac:chgData name="Josh Chiu" userId="869cf198-d2af-428a-8b7c-01829c9efe14" providerId="ADAL" clId="{B3FD8D3D-6B8C-5582-8032-1ECDF39F3FB9}" dt="2025-12-08T17:20:38.146" v="3922" actId="20577"/>
          <ac:spMkLst>
            <pc:docMk/>
            <pc:sldMk cId="1784213495" sldId="3333"/>
            <ac:spMk id="4" creationId="{00000000-0000-0000-0000-000000000000}"/>
          </ac:spMkLst>
        </pc:spChg>
        <pc:spChg chg="mod">
          <ac:chgData name="Josh Chiu" userId="869cf198-d2af-428a-8b7c-01829c9efe14" providerId="ADAL" clId="{B3FD8D3D-6B8C-5582-8032-1ECDF39F3FB9}" dt="2025-12-08T17:20:28.159" v="3906" actId="1076"/>
          <ac:spMkLst>
            <pc:docMk/>
            <pc:sldMk cId="1784213495" sldId="3333"/>
            <ac:spMk id="5" creationId="{00000000-0000-0000-0000-000000000000}"/>
          </ac:spMkLst>
        </pc:spChg>
        <pc:spChg chg="mod">
          <ac:chgData name="Josh Chiu" userId="869cf198-d2af-428a-8b7c-01829c9efe14" providerId="ADAL" clId="{B3FD8D3D-6B8C-5582-8032-1ECDF39F3FB9}" dt="2025-12-08T17:03:11.535" v="3258"/>
          <ac:spMkLst>
            <pc:docMk/>
            <pc:sldMk cId="1784213495" sldId="3333"/>
            <ac:spMk id="6" creationId="{901B0908-D50B-B169-485A-836E25CEC536}"/>
          </ac:spMkLst>
        </pc:spChg>
        <pc:spChg chg="add del mod">
          <ac:chgData name="Josh Chiu" userId="869cf198-d2af-428a-8b7c-01829c9efe14" providerId="ADAL" clId="{B3FD8D3D-6B8C-5582-8032-1ECDF39F3FB9}" dt="2025-12-08T17:08:30.960" v="3563"/>
          <ac:spMkLst>
            <pc:docMk/>
            <pc:sldMk cId="1784213495" sldId="3333"/>
            <ac:spMk id="7" creationId="{C3032DFC-4EF1-8F8E-C82F-5EA73AAD839C}"/>
          </ac:spMkLst>
        </pc:spChg>
        <pc:spChg chg="mod">
          <ac:chgData name="Josh Chiu" userId="869cf198-d2af-428a-8b7c-01829c9efe14" providerId="ADAL" clId="{B3FD8D3D-6B8C-5582-8032-1ECDF39F3FB9}" dt="2025-12-08T17:20:20.755" v="3905" actId="20577"/>
          <ac:spMkLst>
            <pc:docMk/>
            <pc:sldMk cId="1784213495" sldId="3333"/>
            <ac:spMk id="8" creationId="{00000000-0000-0000-0000-000000000000}"/>
          </ac:spMkLst>
        </pc:spChg>
        <pc:spChg chg="mod">
          <ac:chgData name="Josh Chiu" userId="869cf198-d2af-428a-8b7c-01829c9efe14" providerId="ADAL" clId="{B3FD8D3D-6B8C-5582-8032-1ECDF39F3FB9}" dt="2025-12-08T17:08:59.952" v="3666" actId="20577"/>
          <ac:spMkLst>
            <pc:docMk/>
            <pc:sldMk cId="1784213495" sldId="3333"/>
            <ac:spMk id="9" creationId="{E535AA54-FBAA-04A9-B9BA-5F31DC553D07}"/>
          </ac:spMkLst>
        </pc:spChg>
      </pc:sldChg>
      <pc:sldChg chg="del">
        <pc:chgData name="Josh Chiu" userId="869cf198-d2af-428a-8b7c-01829c9efe14" providerId="ADAL" clId="{B3FD8D3D-6B8C-5582-8032-1ECDF39F3FB9}" dt="2025-12-08T16:20:17.682" v="1861" actId="2696"/>
        <pc:sldMkLst>
          <pc:docMk/>
          <pc:sldMk cId="3081284643" sldId="3334"/>
        </pc:sldMkLst>
      </pc:sldChg>
      <pc:sldChg chg="del">
        <pc:chgData name="Josh Chiu" userId="869cf198-d2af-428a-8b7c-01829c9efe14" providerId="ADAL" clId="{B3FD8D3D-6B8C-5582-8032-1ECDF39F3FB9}" dt="2025-12-08T16:20:17.687" v="1862" actId="2696"/>
        <pc:sldMkLst>
          <pc:docMk/>
          <pc:sldMk cId="3594313884" sldId="3335"/>
        </pc:sldMkLst>
      </pc:sldChg>
      <pc:sldChg chg="del">
        <pc:chgData name="Josh Chiu" userId="869cf198-d2af-428a-8b7c-01829c9efe14" providerId="ADAL" clId="{B3FD8D3D-6B8C-5582-8032-1ECDF39F3FB9}" dt="2025-12-08T16:20:17.693" v="1863" actId="2696"/>
        <pc:sldMkLst>
          <pc:docMk/>
          <pc:sldMk cId="3371190667" sldId="3336"/>
        </pc:sldMkLst>
      </pc:sldChg>
      <pc:sldChg chg="addSp delSp modSp mod">
        <pc:chgData name="Josh Chiu" userId="869cf198-d2af-428a-8b7c-01829c9efe14" providerId="ADAL" clId="{B3FD8D3D-6B8C-5582-8032-1ECDF39F3FB9}" dt="2025-12-08T16:44:12.299" v="3204" actId="1076"/>
        <pc:sldMkLst>
          <pc:docMk/>
          <pc:sldMk cId="1602553162" sldId="3340"/>
        </pc:sldMkLst>
        <pc:spChg chg="add del mod">
          <ac:chgData name="Josh Chiu" userId="869cf198-d2af-428a-8b7c-01829c9efe14" providerId="ADAL" clId="{B3FD8D3D-6B8C-5582-8032-1ECDF39F3FB9}" dt="2025-12-08T16:43:54.977" v="3185"/>
          <ac:spMkLst>
            <pc:docMk/>
            <pc:sldMk cId="1602553162" sldId="3340"/>
            <ac:spMk id="2" creationId="{13DC8CC0-2710-B481-75FA-0177C9502179}"/>
          </ac:spMkLst>
        </pc:spChg>
        <pc:spChg chg="add mod">
          <ac:chgData name="Josh Chiu" userId="869cf198-d2af-428a-8b7c-01829c9efe14" providerId="ADAL" clId="{B3FD8D3D-6B8C-5582-8032-1ECDF39F3FB9}" dt="2025-12-08T16:44:12.299" v="3204" actId="1076"/>
          <ac:spMkLst>
            <pc:docMk/>
            <pc:sldMk cId="1602553162" sldId="3340"/>
            <ac:spMk id="3" creationId="{DDE33062-F150-D686-A97C-A226109B8B56}"/>
          </ac:spMkLst>
        </pc:spChg>
      </pc:sldChg>
      <pc:sldChg chg="del">
        <pc:chgData name="Josh Chiu" userId="869cf198-d2af-428a-8b7c-01829c9efe14" providerId="ADAL" clId="{B3FD8D3D-6B8C-5582-8032-1ECDF39F3FB9}" dt="2025-12-08T16:43:45.779" v="3180" actId="2696"/>
        <pc:sldMkLst>
          <pc:docMk/>
          <pc:sldMk cId="3339345770" sldId="3341"/>
        </pc:sldMkLst>
      </pc:sldChg>
      <pc:sldChg chg="add del">
        <pc:chgData name="Josh Chiu" userId="869cf198-d2af-428a-8b7c-01829c9efe14" providerId="ADAL" clId="{B3FD8D3D-6B8C-5582-8032-1ECDF39F3FB9}" dt="2025-12-08T15:47:20.603" v="92" actId="2696"/>
        <pc:sldMkLst>
          <pc:docMk/>
          <pc:sldMk cId="3886276537" sldId="3342"/>
        </pc:sldMkLst>
      </pc:sldChg>
      <pc:sldChg chg="modSp add mod ord">
        <pc:chgData name="Josh Chiu" userId="869cf198-d2af-428a-8b7c-01829c9efe14" providerId="ADAL" clId="{B3FD8D3D-6B8C-5582-8032-1ECDF39F3FB9}" dt="2025-12-08T15:49:08.049" v="392" actId="20577"/>
        <pc:sldMkLst>
          <pc:docMk/>
          <pc:sldMk cId="3904056141" sldId="3343"/>
        </pc:sldMkLst>
        <pc:spChg chg="mod">
          <ac:chgData name="Josh Chiu" userId="869cf198-d2af-428a-8b7c-01829c9efe14" providerId="ADAL" clId="{B3FD8D3D-6B8C-5582-8032-1ECDF39F3FB9}" dt="2025-12-08T15:49:08.049" v="392" actId="20577"/>
          <ac:spMkLst>
            <pc:docMk/>
            <pc:sldMk cId="3904056141" sldId="3343"/>
            <ac:spMk id="6" creationId="{161C781A-AB72-651C-EFFF-3C63AE5EE089}"/>
          </ac:spMkLst>
        </pc:spChg>
      </pc:sldChg>
      <pc:sldChg chg="modSp add mod">
        <pc:chgData name="Josh Chiu" userId="869cf198-d2af-428a-8b7c-01829c9efe14" providerId="ADAL" clId="{B3FD8D3D-6B8C-5582-8032-1ECDF39F3FB9}" dt="2025-12-08T16:23:46.181" v="1978" actId="20577"/>
        <pc:sldMkLst>
          <pc:docMk/>
          <pc:sldMk cId="3297895980" sldId="3344"/>
        </pc:sldMkLst>
        <pc:spChg chg="mod">
          <ac:chgData name="Josh Chiu" userId="869cf198-d2af-428a-8b7c-01829c9efe14" providerId="ADAL" clId="{B3FD8D3D-6B8C-5582-8032-1ECDF39F3FB9}" dt="2025-12-08T15:51:29.662" v="445" actId="20577"/>
          <ac:spMkLst>
            <pc:docMk/>
            <pc:sldMk cId="3297895980" sldId="3344"/>
            <ac:spMk id="5" creationId="{A09C1FDA-1DA5-B3B9-5B17-92F7558ACAB7}"/>
          </ac:spMkLst>
        </pc:spChg>
        <pc:spChg chg="mod">
          <ac:chgData name="Josh Chiu" userId="869cf198-d2af-428a-8b7c-01829c9efe14" providerId="ADAL" clId="{B3FD8D3D-6B8C-5582-8032-1ECDF39F3FB9}" dt="2025-12-08T16:23:46.181" v="1978" actId="20577"/>
          <ac:spMkLst>
            <pc:docMk/>
            <pc:sldMk cId="3297895980" sldId="3344"/>
            <ac:spMk id="6" creationId="{098D9993-6C69-25B7-F122-871E202C9ECD}"/>
          </ac:spMkLst>
        </pc:spChg>
      </pc:sldChg>
      <pc:sldChg chg="modSp add mod">
        <pc:chgData name="Josh Chiu" userId="869cf198-d2af-428a-8b7c-01829c9efe14" providerId="ADAL" clId="{B3FD8D3D-6B8C-5582-8032-1ECDF39F3FB9}" dt="2025-12-08T16:19:08.840" v="1853" actId="20577"/>
        <pc:sldMkLst>
          <pc:docMk/>
          <pc:sldMk cId="3227587480" sldId="3345"/>
        </pc:sldMkLst>
        <pc:spChg chg="mod">
          <ac:chgData name="Josh Chiu" userId="869cf198-d2af-428a-8b7c-01829c9efe14" providerId="ADAL" clId="{B3FD8D3D-6B8C-5582-8032-1ECDF39F3FB9}" dt="2025-12-08T16:12:53.641" v="1227" actId="20577"/>
          <ac:spMkLst>
            <pc:docMk/>
            <pc:sldMk cId="3227587480" sldId="3345"/>
            <ac:spMk id="5" creationId="{C24B95FC-FEF3-8A75-A582-8ED2B64DFA28}"/>
          </ac:spMkLst>
        </pc:spChg>
        <pc:spChg chg="mod">
          <ac:chgData name="Josh Chiu" userId="869cf198-d2af-428a-8b7c-01829c9efe14" providerId="ADAL" clId="{B3FD8D3D-6B8C-5582-8032-1ECDF39F3FB9}" dt="2025-12-08T16:19:08.840" v="1853" actId="20577"/>
          <ac:spMkLst>
            <pc:docMk/>
            <pc:sldMk cId="3227587480" sldId="3345"/>
            <ac:spMk id="6" creationId="{25F41266-72C6-C40A-015E-4B6C328C539C}"/>
          </ac:spMkLst>
        </pc:spChg>
      </pc:sldChg>
      <pc:sldChg chg="modSp add mod ord">
        <pc:chgData name="Josh Chiu" userId="869cf198-d2af-428a-8b7c-01829c9efe14" providerId="ADAL" clId="{B3FD8D3D-6B8C-5582-8032-1ECDF39F3FB9}" dt="2025-12-08T16:09:34.674" v="1185" actId="20577"/>
        <pc:sldMkLst>
          <pc:docMk/>
          <pc:sldMk cId="1673963171" sldId="3346"/>
        </pc:sldMkLst>
        <pc:spChg chg="mod">
          <ac:chgData name="Josh Chiu" userId="869cf198-d2af-428a-8b7c-01829c9efe14" providerId="ADAL" clId="{B3FD8D3D-6B8C-5582-8032-1ECDF39F3FB9}" dt="2025-12-08T16:09:34.674" v="1185" actId="20577"/>
          <ac:spMkLst>
            <pc:docMk/>
            <pc:sldMk cId="1673963171" sldId="3346"/>
            <ac:spMk id="4" creationId="{56881DE0-F454-3D95-BA66-B38C04151FE6}"/>
          </ac:spMkLst>
        </pc:spChg>
      </pc:sldChg>
      <pc:sldChg chg="modSp add mod ord">
        <pc:chgData name="Josh Chiu" userId="869cf198-d2af-428a-8b7c-01829c9efe14" providerId="ADAL" clId="{B3FD8D3D-6B8C-5582-8032-1ECDF39F3FB9}" dt="2025-12-08T15:57:53.448" v="609" actId="20577"/>
        <pc:sldMkLst>
          <pc:docMk/>
          <pc:sldMk cId="3039321283" sldId="3347"/>
        </pc:sldMkLst>
        <pc:spChg chg="mod">
          <ac:chgData name="Josh Chiu" userId="869cf198-d2af-428a-8b7c-01829c9efe14" providerId="ADAL" clId="{B3FD8D3D-6B8C-5582-8032-1ECDF39F3FB9}" dt="2025-12-08T15:57:53.448" v="609" actId="20577"/>
          <ac:spMkLst>
            <pc:docMk/>
            <pc:sldMk cId="3039321283" sldId="3347"/>
            <ac:spMk id="4" creationId="{43BF91BE-1515-054C-89E8-4D68344CEC10}"/>
          </ac:spMkLst>
        </pc:spChg>
      </pc:sldChg>
      <pc:sldChg chg="modSp add mod">
        <pc:chgData name="Josh Chiu" userId="869cf198-d2af-428a-8b7c-01829c9efe14" providerId="ADAL" clId="{B3FD8D3D-6B8C-5582-8032-1ECDF39F3FB9}" dt="2025-12-08T16:05:47.421" v="1166" actId="20577"/>
        <pc:sldMkLst>
          <pc:docMk/>
          <pc:sldMk cId="4109727745" sldId="3348"/>
        </pc:sldMkLst>
        <pc:spChg chg="mod">
          <ac:chgData name="Josh Chiu" userId="869cf198-d2af-428a-8b7c-01829c9efe14" providerId="ADAL" clId="{B3FD8D3D-6B8C-5582-8032-1ECDF39F3FB9}" dt="2025-12-08T16:00:35.380" v="819" actId="20577"/>
          <ac:spMkLst>
            <pc:docMk/>
            <pc:sldMk cId="4109727745" sldId="3348"/>
            <ac:spMk id="5" creationId="{BA9FCFAB-28B1-8748-03BA-214ABFE769F9}"/>
          </ac:spMkLst>
        </pc:spChg>
        <pc:spChg chg="mod">
          <ac:chgData name="Josh Chiu" userId="869cf198-d2af-428a-8b7c-01829c9efe14" providerId="ADAL" clId="{B3FD8D3D-6B8C-5582-8032-1ECDF39F3FB9}" dt="2025-12-08T16:05:47.421" v="1166" actId="20577"/>
          <ac:spMkLst>
            <pc:docMk/>
            <pc:sldMk cId="4109727745" sldId="3348"/>
            <ac:spMk id="6" creationId="{632329F4-CD75-D28D-ED59-7DEF2DF3F65F}"/>
          </ac:spMkLst>
        </pc:spChg>
      </pc:sldChg>
      <pc:sldChg chg="modSp add mod ord">
        <pc:chgData name="Josh Chiu" userId="869cf198-d2af-428a-8b7c-01829c9efe14" providerId="ADAL" clId="{B3FD8D3D-6B8C-5582-8032-1ECDF39F3FB9}" dt="2025-12-08T16:24:24.736" v="2005" actId="20577"/>
        <pc:sldMkLst>
          <pc:docMk/>
          <pc:sldMk cId="4123813097" sldId="3349"/>
        </pc:sldMkLst>
        <pc:spChg chg="mod">
          <ac:chgData name="Josh Chiu" userId="869cf198-d2af-428a-8b7c-01829c9efe14" providerId="ADAL" clId="{B3FD8D3D-6B8C-5582-8032-1ECDF39F3FB9}" dt="2025-12-08T16:24:24.736" v="2005" actId="20577"/>
          <ac:spMkLst>
            <pc:docMk/>
            <pc:sldMk cId="4123813097" sldId="3349"/>
            <ac:spMk id="4" creationId="{338CDB87-C689-80A5-EF61-D4F196EF8165}"/>
          </ac:spMkLst>
        </pc:spChg>
      </pc:sldChg>
      <pc:sldChg chg="modSp add del mod ord">
        <pc:chgData name="Josh Chiu" userId="869cf198-d2af-428a-8b7c-01829c9efe14" providerId="ADAL" clId="{B3FD8D3D-6B8C-5582-8032-1ECDF39F3FB9}" dt="2025-12-08T16:43:45.771" v="3178" actId="2696"/>
        <pc:sldMkLst>
          <pc:docMk/>
          <pc:sldMk cId="1136687854" sldId="3350"/>
        </pc:sldMkLst>
        <pc:spChg chg="mod">
          <ac:chgData name="Josh Chiu" userId="869cf198-d2af-428a-8b7c-01829c9efe14" providerId="ADAL" clId="{B3FD8D3D-6B8C-5582-8032-1ECDF39F3FB9}" dt="2025-12-08T16:35:04.061" v="2649" actId="21"/>
          <ac:spMkLst>
            <pc:docMk/>
            <pc:sldMk cId="1136687854" sldId="3350"/>
            <ac:spMk id="4" creationId="{8C4016B5-9192-4710-EC46-214B77BE761D}"/>
          </ac:spMkLst>
        </pc:spChg>
      </pc:sldChg>
      <pc:sldChg chg="add del">
        <pc:chgData name="Josh Chiu" userId="869cf198-d2af-428a-8b7c-01829c9efe14" providerId="ADAL" clId="{B3FD8D3D-6B8C-5582-8032-1ECDF39F3FB9}" dt="2025-12-08T16:24:36.404" v="2007" actId="2696"/>
        <pc:sldMkLst>
          <pc:docMk/>
          <pc:sldMk cId="2577534095" sldId="3350"/>
        </pc:sldMkLst>
      </pc:sldChg>
      <pc:sldChg chg="modSp add mod">
        <pc:chgData name="Josh Chiu" userId="869cf198-d2af-428a-8b7c-01829c9efe14" providerId="ADAL" clId="{B3FD8D3D-6B8C-5582-8032-1ECDF39F3FB9}" dt="2025-12-08T16:51:53.156" v="3257" actId="20577"/>
        <pc:sldMkLst>
          <pc:docMk/>
          <pc:sldMk cId="514943596" sldId="3351"/>
        </pc:sldMkLst>
        <pc:spChg chg="mod">
          <ac:chgData name="Josh Chiu" userId="869cf198-d2af-428a-8b7c-01829c9efe14" providerId="ADAL" clId="{B3FD8D3D-6B8C-5582-8032-1ECDF39F3FB9}" dt="2025-12-08T16:35:23.038" v="2668" actId="20577"/>
          <ac:spMkLst>
            <pc:docMk/>
            <pc:sldMk cId="514943596" sldId="3351"/>
            <ac:spMk id="4" creationId="{2B803EC1-9EB0-E66D-372A-D7B8E6FC561D}"/>
          </ac:spMkLst>
        </pc:spChg>
        <pc:spChg chg="mod">
          <ac:chgData name="Josh Chiu" userId="869cf198-d2af-428a-8b7c-01829c9efe14" providerId="ADAL" clId="{B3FD8D3D-6B8C-5582-8032-1ECDF39F3FB9}" dt="2025-12-08T16:51:53.156" v="3257" actId="20577"/>
          <ac:spMkLst>
            <pc:docMk/>
            <pc:sldMk cId="514943596" sldId="3351"/>
            <ac:spMk id="5" creationId="{17FD1D7C-F0CF-C495-101D-D7E9B8C8F980}"/>
          </ac:spMkLst>
        </pc:spChg>
        <pc:picChg chg="mod">
          <ac:chgData name="Josh Chiu" userId="869cf198-d2af-428a-8b7c-01829c9efe14" providerId="ADAL" clId="{B3FD8D3D-6B8C-5582-8032-1ECDF39F3FB9}" dt="2025-12-08T16:43:40.140" v="3177" actId="1076"/>
          <ac:picMkLst>
            <pc:docMk/>
            <pc:sldMk cId="514943596" sldId="3351"/>
            <ac:picMk id="7" creationId="{83AF15F5-7855-5EE5-B3B6-335F85E888C1}"/>
          </ac:picMkLst>
        </pc:picChg>
      </pc:sldChg>
      <pc:sldChg chg="add del">
        <pc:chgData name="Josh Chiu" userId="869cf198-d2af-428a-8b7c-01829c9efe14" providerId="ADAL" clId="{B3FD8D3D-6B8C-5582-8032-1ECDF39F3FB9}" dt="2025-12-08T16:43:54.010" v="3183"/>
        <pc:sldMkLst>
          <pc:docMk/>
          <pc:sldMk cId="1161530195" sldId="3352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9F702B-6185-134F-B5CB-F79ADDD090A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4FD7F8-C220-4A44-B009-F7D9A4A21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596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auto">
          <a:xfrm>
            <a:off x="267620" y="2084174"/>
            <a:ext cx="9822166" cy="358307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38" tIns="143391" rIns="179238" bIns="14339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3916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2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745324" y="2799695"/>
            <a:ext cx="11067241" cy="1793104"/>
          </a:xfrm>
          <a:noFill/>
        </p:spPr>
        <p:txBody>
          <a:bodyPr lIns="0" tIns="91440" rIns="91440" bIns="91440" anchor="t" anchorCtr="0"/>
          <a:lstStyle>
            <a:lvl1pPr algn="l">
              <a:lnSpc>
                <a:spcPct val="85000"/>
              </a:lnSpc>
              <a:defRPr sz="5400" b="1" i="0" spc="-100" baseline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745323" y="4760586"/>
            <a:ext cx="6276531" cy="548640"/>
          </a:xfrm>
        </p:spPr>
        <p:txBody>
          <a:bodyPr lIns="0" tIns="109728" rIns="91440" bIns="109728">
            <a:noAutofit/>
          </a:bodyPr>
          <a:lstStyle>
            <a:lvl1pPr marL="0" indent="0">
              <a:spcBef>
                <a:spcPts val="600"/>
              </a:spcBef>
              <a:buNone/>
              <a:defRPr sz="2200" b="1" i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745323" y="5309508"/>
            <a:ext cx="6276531" cy="548640"/>
          </a:xfrm>
        </p:spPr>
        <p:txBody>
          <a:bodyPr lIns="0" tIns="109728" rIns="91440" bIns="109728">
            <a:noAutofit/>
          </a:bodyPr>
          <a:lstStyle>
            <a:lvl1pPr marL="0" indent="0">
              <a:spcBef>
                <a:spcPts val="600"/>
              </a:spcBef>
              <a:buNone/>
              <a:defRPr sz="1800" b="1" i="0" spc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2B7D717-65EC-6849-B3CA-2BF92BEC83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8171" y="1725246"/>
            <a:ext cx="1474619" cy="50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066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74392" y="228600"/>
            <a:ext cx="11655840" cy="548640"/>
          </a:xfrm>
        </p:spPr>
        <p:txBody>
          <a:bodyPr/>
          <a:lstStyle>
            <a:lvl1pPr>
              <a:defRPr b="1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hape 3"/>
          <p:cNvSpPr>
            <a:spLocks noGrp="1"/>
          </p:cNvSpPr>
          <p:nvPr>
            <p:ph type="sldNum" sz="quarter" idx="4"/>
          </p:nvPr>
        </p:nvSpPr>
        <p:spPr>
          <a:xfrm>
            <a:off x="109508" y="6554645"/>
            <a:ext cx="330967" cy="1949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algn="r">
              <a:spcBef>
                <a:spcPts val="0"/>
              </a:spcBef>
              <a:defRPr sz="600" b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Helvetica Neue" charset="0"/>
                <a:cs typeface="Arial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2E7B706-7ABB-C643-826B-76DE49A6E8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591" y="6511425"/>
            <a:ext cx="529184" cy="182880"/>
          </a:xfrm>
          <a:prstGeom prst="rect">
            <a:avLst/>
          </a:prstGeom>
        </p:spPr>
      </p:pic>
      <p:sp>
        <p:nvSpPr>
          <p:cNvPr id="7" name="Shape 5">
            <a:extLst>
              <a:ext uri="{FF2B5EF4-FFF2-40B4-BE49-F238E27FC236}">
                <a16:creationId xmlns:a16="http://schemas.microsoft.com/office/drawing/2014/main" id="{C81A45BB-C8C6-E547-A5E7-A0DF972F86AD}"/>
              </a:ext>
            </a:extLst>
          </p:cNvPr>
          <p:cNvSpPr/>
          <p:nvPr userDrawn="1"/>
        </p:nvSpPr>
        <p:spPr>
          <a:xfrm>
            <a:off x="551462" y="6586171"/>
            <a:ext cx="1139707" cy="128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386" tIns="25386" rIns="25386" bIns="25386" anchor="ctr">
            <a:spAutoFit/>
          </a:bodyPr>
          <a:lstStyle/>
          <a:p>
            <a:pPr>
              <a:spcBef>
                <a:spcPts val="0"/>
              </a:spcBef>
              <a:defRPr sz="1200" cap="all"/>
            </a:pPr>
            <a:r>
              <a:rPr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© </a:t>
            </a:r>
            <a:r>
              <a:rPr lang="en-US"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2026</a:t>
            </a:r>
            <a:r>
              <a:rPr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C3.</a:t>
            </a:r>
            <a:r>
              <a:rPr lang="en-US" sz="500" cap="none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ai Inc. All Rights Reserved.</a:t>
            </a:r>
            <a:endParaRPr sz="500" cap="all" dirty="0">
              <a:solidFill>
                <a:schemeClr val="tx1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60320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391" y="1189176"/>
            <a:ext cx="11653523" cy="1438855"/>
          </a:xfrm>
        </p:spPr>
        <p:txBody>
          <a:bodyPr>
            <a:spAutoFit/>
          </a:bodyPr>
          <a:lstStyle>
            <a:lvl1pPr>
              <a:buClr>
                <a:schemeClr val="tx1">
                  <a:lumMod val="50000"/>
                </a:schemeClr>
              </a:buClr>
              <a:defRPr sz="16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buClr>
                <a:schemeClr val="tx1">
                  <a:lumMod val="50000"/>
                </a:schemeClr>
              </a:buClr>
              <a:defRPr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buClr>
                <a:schemeClr val="tx1">
                  <a:lumMod val="50000"/>
                </a:schemeClr>
              </a:buClr>
              <a:defRPr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buClr>
                <a:schemeClr val="tx1">
                  <a:lumMod val="50000"/>
                </a:schemeClr>
              </a:buClr>
              <a:defRPr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buClr>
                <a:schemeClr val="tx1">
                  <a:lumMod val="50000"/>
                </a:schemeClr>
              </a:buClr>
              <a:defRPr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74392" y="228600"/>
            <a:ext cx="11655840" cy="548640"/>
          </a:xfrm>
        </p:spPr>
        <p:txBody>
          <a:bodyPr/>
          <a:lstStyle>
            <a:lvl1pPr>
              <a:defRPr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hape 3"/>
          <p:cNvSpPr>
            <a:spLocks noGrp="1"/>
          </p:cNvSpPr>
          <p:nvPr>
            <p:ph type="sldNum" sz="quarter" idx="4"/>
          </p:nvPr>
        </p:nvSpPr>
        <p:spPr>
          <a:xfrm>
            <a:off x="109508" y="6554645"/>
            <a:ext cx="330967" cy="1949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algn="r">
              <a:spcBef>
                <a:spcPts val="0"/>
              </a:spcBef>
              <a:defRPr sz="600" b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Helvetica Neue" charset="0"/>
                <a:cs typeface="Arial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18635F1-E9CD-A44F-B325-909D0499C7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591" y="6511425"/>
            <a:ext cx="529184" cy="182880"/>
          </a:xfrm>
          <a:prstGeom prst="rect">
            <a:avLst/>
          </a:prstGeom>
        </p:spPr>
      </p:pic>
      <p:sp>
        <p:nvSpPr>
          <p:cNvPr id="9" name="Shape 5">
            <a:extLst>
              <a:ext uri="{FF2B5EF4-FFF2-40B4-BE49-F238E27FC236}">
                <a16:creationId xmlns:a16="http://schemas.microsoft.com/office/drawing/2014/main" id="{D59C4A0F-3F0B-6E46-B936-9C5C816BB5A5}"/>
              </a:ext>
            </a:extLst>
          </p:cNvPr>
          <p:cNvSpPr/>
          <p:nvPr userDrawn="1"/>
        </p:nvSpPr>
        <p:spPr>
          <a:xfrm>
            <a:off x="551462" y="6586171"/>
            <a:ext cx="1139707" cy="128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386" tIns="25386" rIns="25386" bIns="25386" anchor="ctr">
            <a:spAutoFit/>
          </a:bodyPr>
          <a:lstStyle/>
          <a:p>
            <a:pPr>
              <a:spcBef>
                <a:spcPts val="0"/>
              </a:spcBef>
              <a:defRPr sz="1200" cap="all"/>
            </a:pPr>
            <a:r>
              <a:rPr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© </a:t>
            </a:r>
            <a:r>
              <a:rPr lang="en-US"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2026</a:t>
            </a:r>
            <a:r>
              <a:rPr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C3.</a:t>
            </a:r>
            <a:r>
              <a:rPr lang="en-US" sz="500" cap="none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ai Inc. All Rights Reserved.</a:t>
            </a:r>
            <a:endParaRPr sz="500" cap="all" dirty="0">
              <a:solidFill>
                <a:schemeClr val="tx1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80857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391" y="1189178"/>
            <a:ext cx="5670757" cy="1438855"/>
          </a:xfrm>
        </p:spPr>
        <p:txBody>
          <a:bodyPr wrap="square">
            <a:spAutoFit/>
          </a:bodyPr>
          <a:lstStyle>
            <a:lvl1pPr>
              <a:buClr>
                <a:schemeClr val="tx1">
                  <a:lumMod val="50000"/>
                </a:schemeClr>
              </a:buClr>
              <a:defRPr sz="16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buClr>
                <a:schemeClr val="tx1">
                  <a:lumMod val="50000"/>
                </a:schemeClr>
              </a:buClr>
              <a:defRPr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buClr>
                <a:schemeClr val="tx1">
                  <a:lumMod val="50000"/>
                </a:schemeClr>
              </a:buClr>
              <a:defRPr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buClr>
                <a:schemeClr val="tx1">
                  <a:lumMod val="50000"/>
                </a:schemeClr>
              </a:buClr>
              <a:defRPr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buClr>
                <a:schemeClr val="tx1">
                  <a:lumMod val="50000"/>
                </a:schemeClr>
              </a:buClr>
              <a:defRPr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74392" y="228600"/>
            <a:ext cx="11655840" cy="548640"/>
          </a:xfrm>
        </p:spPr>
        <p:txBody>
          <a:bodyPr/>
          <a:lstStyle>
            <a:lvl1pPr>
              <a:defRPr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254324" y="1189178"/>
            <a:ext cx="5670757" cy="1438855"/>
          </a:xfrm>
        </p:spPr>
        <p:txBody>
          <a:bodyPr wrap="square">
            <a:spAutoFit/>
          </a:bodyPr>
          <a:lstStyle>
            <a:lvl1pPr>
              <a:buClr>
                <a:schemeClr val="tx1">
                  <a:lumMod val="50000"/>
                </a:schemeClr>
              </a:buClr>
              <a:defRPr sz="16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buClr>
                <a:schemeClr val="tx1">
                  <a:lumMod val="50000"/>
                </a:schemeClr>
              </a:buClr>
              <a:defRPr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buClr>
                <a:schemeClr val="tx1">
                  <a:lumMod val="50000"/>
                </a:schemeClr>
              </a:buClr>
              <a:defRPr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buClr>
                <a:schemeClr val="tx1">
                  <a:lumMod val="50000"/>
                </a:schemeClr>
              </a:buClr>
              <a:defRPr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buClr>
                <a:schemeClr val="tx1">
                  <a:lumMod val="50000"/>
                </a:schemeClr>
              </a:buClr>
              <a:defRPr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hape 3"/>
          <p:cNvSpPr>
            <a:spLocks noGrp="1"/>
          </p:cNvSpPr>
          <p:nvPr>
            <p:ph type="sldNum" sz="quarter" idx="4"/>
          </p:nvPr>
        </p:nvSpPr>
        <p:spPr>
          <a:xfrm>
            <a:off x="109508" y="6554645"/>
            <a:ext cx="330967" cy="1949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algn="r">
              <a:spcBef>
                <a:spcPts val="0"/>
              </a:spcBef>
              <a:defRPr sz="600" b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Helvetica Neue" charset="0"/>
                <a:cs typeface="Arial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0BA985-6945-204A-9FF4-9DDBDB21BB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591" y="6511425"/>
            <a:ext cx="529184" cy="182880"/>
          </a:xfrm>
          <a:prstGeom prst="rect">
            <a:avLst/>
          </a:prstGeom>
        </p:spPr>
      </p:pic>
      <p:sp>
        <p:nvSpPr>
          <p:cNvPr id="9" name="Shape 5">
            <a:extLst>
              <a:ext uri="{FF2B5EF4-FFF2-40B4-BE49-F238E27FC236}">
                <a16:creationId xmlns:a16="http://schemas.microsoft.com/office/drawing/2014/main" id="{D0E7CF75-B93C-A146-BBDE-41ED4AD67DE5}"/>
              </a:ext>
            </a:extLst>
          </p:cNvPr>
          <p:cNvSpPr/>
          <p:nvPr userDrawn="1"/>
        </p:nvSpPr>
        <p:spPr>
          <a:xfrm>
            <a:off x="551462" y="6586171"/>
            <a:ext cx="1139707" cy="128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386" tIns="25386" rIns="25386" bIns="25386" anchor="ctr">
            <a:spAutoFit/>
          </a:bodyPr>
          <a:lstStyle/>
          <a:p>
            <a:pPr>
              <a:spcBef>
                <a:spcPts val="0"/>
              </a:spcBef>
              <a:defRPr sz="1200" cap="all"/>
            </a:pPr>
            <a:r>
              <a:rPr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© </a:t>
            </a:r>
            <a:r>
              <a:rPr lang="en-US"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2026</a:t>
            </a:r>
            <a:r>
              <a:rPr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C3.</a:t>
            </a:r>
            <a:r>
              <a:rPr lang="en-US" sz="500" cap="none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ai Inc. All Rights Reserved.</a:t>
            </a:r>
            <a:endParaRPr sz="500" cap="all" dirty="0">
              <a:solidFill>
                <a:schemeClr val="tx1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698554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74391" y="228600"/>
            <a:ext cx="11615905" cy="548640"/>
          </a:xfrm>
        </p:spPr>
        <p:txBody>
          <a:bodyPr/>
          <a:lstStyle>
            <a:lvl1pPr>
              <a:defRPr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74391" y="822960"/>
            <a:ext cx="11615905" cy="276999"/>
          </a:xfrm>
        </p:spPr>
        <p:txBody>
          <a:bodyPr tIns="0" bIns="0"/>
          <a:lstStyle>
            <a:lvl1pPr marL="0" indent="0" algn="l">
              <a:buFontTx/>
              <a:buNone/>
              <a:defRPr sz="1800" b="1" i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hape 3"/>
          <p:cNvSpPr>
            <a:spLocks noGrp="1"/>
          </p:cNvSpPr>
          <p:nvPr>
            <p:ph type="sldNum" sz="quarter" idx="4"/>
          </p:nvPr>
        </p:nvSpPr>
        <p:spPr>
          <a:xfrm>
            <a:off x="109508" y="6554645"/>
            <a:ext cx="330967" cy="1949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algn="r">
              <a:spcBef>
                <a:spcPts val="0"/>
              </a:spcBef>
              <a:defRPr sz="600" b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Helvetica Neue" charset="0"/>
                <a:cs typeface="Arial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F445ADB-35FE-AB46-B823-209692DBE8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591" y="6511425"/>
            <a:ext cx="529184" cy="182880"/>
          </a:xfrm>
          <a:prstGeom prst="rect">
            <a:avLst/>
          </a:prstGeom>
        </p:spPr>
      </p:pic>
      <p:sp>
        <p:nvSpPr>
          <p:cNvPr id="8" name="Shape 5">
            <a:extLst>
              <a:ext uri="{FF2B5EF4-FFF2-40B4-BE49-F238E27FC236}">
                <a16:creationId xmlns:a16="http://schemas.microsoft.com/office/drawing/2014/main" id="{EE6B004E-7FBB-6646-917D-8873B6A0ED6C}"/>
              </a:ext>
            </a:extLst>
          </p:cNvPr>
          <p:cNvSpPr/>
          <p:nvPr userDrawn="1"/>
        </p:nvSpPr>
        <p:spPr>
          <a:xfrm>
            <a:off x="551462" y="6586171"/>
            <a:ext cx="1139707" cy="128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386" tIns="25386" rIns="25386" bIns="25386" anchor="ctr">
            <a:spAutoFit/>
          </a:bodyPr>
          <a:lstStyle/>
          <a:p>
            <a:pPr>
              <a:spcBef>
                <a:spcPts val="0"/>
              </a:spcBef>
              <a:defRPr sz="1200" cap="all"/>
            </a:pPr>
            <a:r>
              <a:rPr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© </a:t>
            </a:r>
            <a:r>
              <a:rPr lang="en-US"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2026</a:t>
            </a:r>
            <a:r>
              <a:rPr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C3.</a:t>
            </a:r>
            <a:r>
              <a:rPr lang="en-US" sz="500" cap="none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ai Inc. All Rights Reserved.</a:t>
            </a:r>
            <a:endParaRPr sz="500" cap="all" dirty="0">
              <a:solidFill>
                <a:schemeClr val="tx1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52366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391" y="1371599"/>
            <a:ext cx="11615905" cy="1438855"/>
          </a:xfrm>
        </p:spPr>
        <p:txBody>
          <a:bodyPr>
            <a:spAutoFit/>
          </a:bodyPr>
          <a:lstStyle>
            <a:lvl1pPr>
              <a:buClr>
                <a:schemeClr val="tx1">
                  <a:lumMod val="50000"/>
                </a:schemeClr>
              </a:buClr>
              <a:defRPr sz="16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buClr>
                <a:schemeClr val="tx1">
                  <a:lumMod val="50000"/>
                </a:schemeClr>
              </a:buClr>
              <a:defRPr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buClr>
                <a:schemeClr val="tx1">
                  <a:lumMod val="50000"/>
                </a:schemeClr>
              </a:buClr>
              <a:defRPr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buClr>
                <a:schemeClr val="tx1">
                  <a:lumMod val="50000"/>
                </a:schemeClr>
              </a:buClr>
              <a:defRPr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buClr>
                <a:schemeClr val="tx1">
                  <a:lumMod val="50000"/>
                </a:schemeClr>
              </a:buClr>
              <a:defRPr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74391" y="228600"/>
            <a:ext cx="11615905" cy="548640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74391" y="822960"/>
            <a:ext cx="11615905" cy="276999"/>
          </a:xfrm>
        </p:spPr>
        <p:txBody>
          <a:bodyPr tIns="0" bIns="0"/>
          <a:lstStyle>
            <a:lvl1pPr marL="0" indent="0" algn="l">
              <a:buFontTx/>
              <a:buNone/>
              <a:defRPr sz="1800" b="1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hape 3"/>
          <p:cNvSpPr>
            <a:spLocks noGrp="1"/>
          </p:cNvSpPr>
          <p:nvPr>
            <p:ph type="sldNum" sz="quarter" idx="4"/>
          </p:nvPr>
        </p:nvSpPr>
        <p:spPr>
          <a:xfrm>
            <a:off x="109508" y="6554645"/>
            <a:ext cx="330967" cy="1949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algn="r">
              <a:spcBef>
                <a:spcPts val="0"/>
              </a:spcBef>
              <a:defRPr sz="600" b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Helvetica Neue" charset="0"/>
                <a:cs typeface="Arial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698CE93-BFB8-2747-9822-1D699E4551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591" y="6511425"/>
            <a:ext cx="529184" cy="182880"/>
          </a:xfrm>
          <a:prstGeom prst="rect">
            <a:avLst/>
          </a:prstGeom>
        </p:spPr>
      </p:pic>
      <p:sp>
        <p:nvSpPr>
          <p:cNvPr id="9" name="Shape 5">
            <a:extLst>
              <a:ext uri="{FF2B5EF4-FFF2-40B4-BE49-F238E27FC236}">
                <a16:creationId xmlns:a16="http://schemas.microsoft.com/office/drawing/2014/main" id="{A181E7C0-F3E4-6640-AF3E-17793CC3B3A0}"/>
              </a:ext>
            </a:extLst>
          </p:cNvPr>
          <p:cNvSpPr/>
          <p:nvPr userDrawn="1"/>
        </p:nvSpPr>
        <p:spPr>
          <a:xfrm>
            <a:off x="551462" y="6586171"/>
            <a:ext cx="1139707" cy="128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386" tIns="25386" rIns="25386" bIns="25386" anchor="ctr">
            <a:spAutoFit/>
          </a:bodyPr>
          <a:lstStyle/>
          <a:p>
            <a:pPr>
              <a:spcBef>
                <a:spcPts val="0"/>
              </a:spcBef>
              <a:defRPr sz="1200" cap="all"/>
            </a:pPr>
            <a:r>
              <a:rPr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© </a:t>
            </a:r>
            <a:r>
              <a:rPr lang="en-US"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2026</a:t>
            </a:r>
            <a:r>
              <a:rPr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C3.</a:t>
            </a:r>
            <a:r>
              <a:rPr lang="en-US" sz="500" cap="none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ai Inc. All Rights Reserved.</a:t>
            </a:r>
            <a:endParaRPr sz="500" cap="all" dirty="0">
              <a:solidFill>
                <a:schemeClr val="tx1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08993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92" y="228600"/>
            <a:ext cx="11655840" cy="548640"/>
          </a:xfrm>
        </p:spPr>
        <p:txBody>
          <a:bodyPr/>
          <a:lstStyle>
            <a:lvl1pPr>
              <a:defRPr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393" y="1189176"/>
            <a:ext cx="11655839" cy="1577355"/>
          </a:xfrm>
        </p:spPr>
        <p:txBody>
          <a:bodyPr rIns="0"/>
          <a:lstStyle>
            <a:lvl1pPr marL="0" indent="0">
              <a:buClr>
                <a:schemeClr val="tx1">
                  <a:lumMod val="50000"/>
                </a:schemeClr>
              </a:buClr>
              <a:buNone/>
              <a:defRPr sz="1800" b="1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285750" indent="-220663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6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517525" indent="-17303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4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744538" indent="-16668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971550" indent="-17303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05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633BB3C-071D-6545-B94D-72EC6DE071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96693" y="6425884"/>
            <a:ext cx="587982" cy="274320"/>
          </a:xfrm>
          <a:prstGeom prst="rect">
            <a:avLst/>
          </a:prstGeom>
        </p:spPr>
      </p:pic>
      <p:sp>
        <p:nvSpPr>
          <p:cNvPr id="11" name="Shape 3">
            <a:extLst>
              <a:ext uri="{FF2B5EF4-FFF2-40B4-BE49-F238E27FC236}">
                <a16:creationId xmlns:a16="http://schemas.microsoft.com/office/drawing/2014/main" id="{D1469A33-7E7A-4A48-8A20-04B32A8E1B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08" y="6554645"/>
            <a:ext cx="330967" cy="1949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algn="r">
              <a:spcBef>
                <a:spcPts val="0"/>
              </a:spcBef>
              <a:defRPr sz="600" b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Helvetica Neue" charset="0"/>
                <a:cs typeface="Arial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DF64163-A1C3-7241-B290-14BD72958461}"/>
              </a:ext>
            </a:extLst>
          </p:cNvPr>
          <p:cNvSpPr/>
          <p:nvPr userDrawn="1"/>
        </p:nvSpPr>
        <p:spPr>
          <a:xfrm>
            <a:off x="551462" y="6586171"/>
            <a:ext cx="1139707" cy="128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386" tIns="25386" rIns="25386" bIns="25386" anchor="ctr">
            <a:spAutoFit/>
          </a:bodyPr>
          <a:lstStyle/>
          <a:p>
            <a:pPr>
              <a:spcBef>
                <a:spcPts val="0"/>
              </a:spcBef>
              <a:defRPr sz="1200" cap="all"/>
            </a:pPr>
            <a:r>
              <a:rPr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© </a:t>
            </a:r>
            <a:r>
              <a:rPr lang="en-US"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2026</a:t>
            </a:r>
            <a:r>
              <a:rPr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C3.</a:t>
            </a:r>
            <a:r>
              <a:rPr lang="en-US" sz="500" cap="none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ai Inc. All Rights Reserved.</a:t>
            </a:r>
            <a:endParaRPr sz="500" cap="all" dirty="0">
              <a:solidFill>
                <a:schemeClr val="tx1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75852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92" y="228600"/>
            <a:ext cx="11655840" cy="548640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392" y="1189176"/>
            <a:ext cx="5666316" cy="1577355"/>
          </a:xfrm>
        </p:spPr>
        <p:txBody>
          <a:bodyPr rIns="0"/>
          <a:lstStyle>
            <a:lvl1pPr marL="0" indent="0">
              <a:buClr>
                <a:schemeClr val="tx1">
                  <a:lumMod val="50000"/>
                </a:schemeClr>
              </a:buClr>
              <a:buNone/>
              <a:defRPr sz="1800" b="1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285750" indent="-220663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6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517525" indent="-17303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4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744538" indent="-16668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2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971550" indent="-17303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05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259475" y="1189176"/>
            <a:ext cx="5670757" cy="1577355"/>
          </a:xfrm>
        </p:spPr>
        <p:txBody>
          <a:bodyPr rIns="0"/>
          <a:lstStyle>
            <a:lvl1pPr marL="0" indent="0">
              <a:buClr>
                <a:schemeClr val="tx1">
                  <a:lumMod val="50000"/>
                </a:schemeClr>
              </a:buClr>
              <a:buNone/>
              <a:defRPr sz="1800" b="1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285750" indent="-220663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6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517525" indent="-17303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4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744538" indent="-16668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2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971550" indent="-17303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05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hape 3"/>
          <p:cNvSpPr>
            <a:spLocks noGrp="1"/>
          </p:cNvSpPr>
          <p:nvPr>
            <p:ph type="sldNum" sz="quarter" idx="4"/>
          </p:nvPr>
        </p:nvSpPr>
        <p:spPr>
          <a:xfrm>
            <a:off x="109508" y="6554645"/>
            <a:ext cx="330967" cy="1949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algn="r">
              <a:spcBef>
                <a:spcPts val="0"/>
              </a:spcBef>
              <a:defRPr sz="600" b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Helvetica Neue" charset="0"/>
                <a:cs typeface="Arial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3FF488B-3004-8347-B028-D522D92B37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591" y="6511425"/>
            <a:ext cx="529184" cy="182880"/>
          </a:xfrm>
          <a:prstGeom prst="rect">
            <a:avLst/>
          </a:prstGeom>
        </p:spPr>
      </p:pic>
      <p:sp>
        <p:nvSpPr>
          <p:cNvPr id="12" name="Shape 5">
            <a:extLst>
              <a:ext uri="{FF2B5EF4-FFF2-40B4-BE49-F238E27FC236}">
                <a16:creationId xmlns:a16="http://schemas.microsoft.com/office/drawing/2014/main" id="{8CCA9E38-D952-A148-8A7C-F894A9C001B2}"/>
              </a:ext>
            </a:extLst>
          </p:cNvPr>
          <p:cNvSpPr/>
          <p:nvPr userDrawn="1"/>
        </p:nvSpPr>
        <p:spPr>
          <a:xfrm>
            <a:off x="551462" y="6586171"/>
            <a:ext cx="1139707" cy="128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386" tIns="25386" rIns="25386" bIns="25386" anchor="ctr">
            <a:spAutoFit/>
          </a:bodyPr>
          <a:lstStyle/>
          <a:p>
            <a:pPr>
              <a:spcBef>
                <a:spcPts val="0"/>
              </a:spcBef>
              <a:defRPr sz="1200" cap="all"/>
            </a:pPr>
            <a:r>
              <a:rPr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© </a:t>
            </a:r>
            <a:r>
              <a:rPr lang="en-US"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2026</a:t>
            </a:r>
            <a:r>
              <a:rPr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C3.</a:t>
            </a:r>
            <a:r>
              <a:rPr lang="en-US" sz="500" cap="none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ai Inc. All Rights Reserved.</a:t>
            </a:r>
            <a:endParaRPr sz="500" cap="all" dirty="0">
              <a:solidFill>
                <a:schemeClr val="tx1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2814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92" y="228600"/>
            <a:ext cx="11655840" cy="548640"/>
          </a:xfrm>
        </p:spPr>
        <p:txBody>
          <a:bodyPr/>
          <a:lstStyle>
            <a:lvl1pPr>
              <a:defRPr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392" y="1189176"/>
            <a:ext cx="3750017" cy="1577355"/>
          </a:xfrm>
        </p:spPr>
        <p:txBody>
          <a:bodyPr rIns="0"/>
          <a:lstStyle>
            <a:lvl1pPr marL="0" indent="0">
              <a:buClr>
                <a:schemeClr val="tx1">
                  <a:lumMod val="50000"/>
                </a:schemeClr>
              </a:buClr>
              <a:buNone/>
              <a:defRPr sz="1800" b="1" i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285750" indent="-220663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600" b="0" i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517525" indent="-17303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400" b="0" i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744538" indent="-16668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200" b="0" i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971550" indent="-17303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050" b="0" i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4217591" y="1189176"/>
            <a:ext cx="3750017" cy="1577355"/>
          </a:xfrm>
        </p:spPr>
        <p:txBody>
          <a:bodyPr rIns="0"/>
          <a:lstStyle>
            <a:lvl1pPr marL="0" indent="0">
              <a:buClr>
                <a:schemeClr val="tx1">
                  <a:lumMod val="50000"/>
                </a:schemeClr>
              </a:buClr>
              <a:buNone/>
              <a:defRPr sz="1800" b="1" i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285750" indent="-220663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600" b="0" i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517525" indent="-17303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400" b="0" i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744538" indent="-16668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200" b="0" i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971550" indent="-17303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050" b="0" i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160790" y="1189176"/>
            <a:ext cx="3750017" cy="1577355"/>
          </a:xfrm>
        </p:spPr>
        <p:txBody>
          <a:bodyPr rIns="0"/>
          <a:lstStyle>
            <a:lvl1pPr marL="0" indent="0">
              <a:buClr>
                <a:schemeClr val="tx1">
                  <a:lumMod val="50000"/>
                </a:schemeClr>
              </a:buClr>
              <a:buNone/>
              <a:defRPr sz="1800" b="1" i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285750" indent="-220663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600" b="0" i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517525" indent="-17303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400" b="0" i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744538" indent="-16668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200" b="0" i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971550" indent="-17303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050" b="0" i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hape 3"/>
          <p:cNvSpPr>
            <a:spLocks noGrp="1"/>
          </p:cNvSpPr>
          <p:nvPr>
            <p:ph type="sldNum" sz="quarter" idx="4"/>
          </p:nvPr>
        </p:nvSpPr>
        <p:spPr>
          <a:xfrm>
            <a:off x="109508" y="6554645"/>
            <a:ext cx="330967" cy="1949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algn="r">
              <a:spcBef>
                <a:spcPts val="0"/>
              </a:spcBef>
              <a:defRPr sz="600" b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Helvetica Neue" charset="0"/>
                <a:cs typeface="Arial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73013F8-F173-2D4D-B2F3-A6AA136067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591" y="6511425"/>
            <a:ext cx="529184" cy="182880"/>
          </a:xfrm>
          <a:prstGeom prst="rect">
            <a:avLst/>
          </a:prstGeom>
        </p:spPr>
      </p:pic>
      <p:sp>
        <p:nvSpPr>
          <p:cNvPr id="13" name="Shape 5">
            <a:extLst>
              <a:ext uri="{FF2B5EF4-FFF2-40B4-BE49-F238E27FC236}">
                <a16:creationId xmlns:a16="http://schemas.microsoft.com/office/drawing/2014/main" id="{081ED985-7976-C94E-A4F3-815C58FEC37B}"/>
              </a:ext>
            </a:extLst>
          </p:cNvPr>
          <p:cNvSpPr/>
          <p:nvPr userDrawn="1"/>
        </p:nvSpPr>
        <p:spPr>
          <a:xfrm>
            <a:off x="551462" y="6586171"/>
            <a:ext cx="1139707" cy="128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386" tIns="25386" rIns="25386" bIns="25386" anchor="ctr">
            <a:spAutoFit/>
          </a:bodyPr>
          <a:lstStyle/>
          <a:p>
            <a:pPr>
              <a:spcBef>
                <a:spcPts val="0"/>
              </a:spcBef>
              <a:defRPr sz="1200" cap="all"/>
            </a:pPr>
            <a:r>
              <a:rPr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© </a:t>
            </a:r>
            <a:r>
              <a:rPr lang="en-US"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2026</a:t>
            </a:r>
            <a:r>
              <a:rPr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C3.</a:t>
            </a:r>
            <a:r>
              <a:rPr lang="en-US" sz="500" cap="none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ai Inc. All Rights Reserved.</a:t>
            </a:r>
            <a:endParaRPr sz="500" cap="all" dirty="0">
              <a:solidFill>
                <a:schemeClr val="tx1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79945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our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92" y="228600"/>
            <a:ext cx="11655840" cy="548640"/>
          </a:xfrm>
        </p:spPr>
        <p:txBody>
          <a:bodyPr/>
          <a:lstStyle>
            <a:lvl1pPr>
              <a:defRPr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393" y="1463040"/>
            <a:ext cx="2835378" cy="1854354"/>
          </a:xfrm>
        </p:spPr>
        <p:txBody>
          <a:bodyPr rIns="0"/>
          <a:lstStyle>
            <a:lvl1pPr marL="0" indent="0">
              <a:buClr>
                <a:schemeClr val="tx1">
                  <a:lumMod val="50000"/>
                </a:schemeClr>
              </a:buClr>
              <a:buNone/>
              <a:defRPr sz="1800" b="1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285750" indent="-220663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6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517525" indent="-17303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4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744538" indent="-16668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2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971550" indent="-17303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05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3214546" y="1463040"/>
            <a:ext cx="2835378" cy="1854354"/>
          </a:xfrm>
        </p:spPr>
        <p:txBody>
          <a:bodyPr rIns="0"/>
          <a:lstStyle>
            <a:lvl1pPr marL="0" indent="0">
              <a:buClr>
                <a:schemeClr val="tx1">
                  <a:lumMod val="50000"/>
                </a:schemeClr>
              </a:buClr>
              <a:buNone/>
              <a:defRPr sz="1800" b="1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285750" indent="-220663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6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517525" indent="-17303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4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744538" indent="-16668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2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971550" indent="-17303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05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154700" y="1463040"/>
            <a:ext cx="2835378" cy="1854354"/>
          </a:xfrm>
        </p:spPr>
        <p:txBody>
          <a:bodyPr rIns="0"/>
          <a:lstStyle>
            <a:lvl1pPr marL="0" indent="0">
              <a:buClr>
                <a:schemeClr val="tx1">
                  <a:lumMod val="50000"/>
                </a:schemeClr>
              </a:buClr>
              <a:buNone/>
              <a:defRPr sz="1800" b="1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285750" indent="-220663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6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517525" indent="-17303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4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744538" indent="-16668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2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971550" indent="-17303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05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9094854" y="1463040"/>
            <a:ext cx="2835378" cy="1854354"/>
          </a:xfrm>
        </p:spPr>
        <p:txBody>
          <a:bodyPr rIns="0"/>
          <a:lstStyle>
            <a:lvl1pPr marL="0" indent="0">
              <a:buClr>
                <a:schemeClr val="tx1">
                  <a:lumMod val="50000"/>
                </a:schemeClr>
              </a:buClr>
              <a:buNone/>
              <a:defRPr sz="1800" b="1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285750" indent="-220663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6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517525" indent="-17303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4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744538" indent="-16668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2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971550" indent="-173038">
              <a:buClr>
                <a:schemeClr val="tx1">
                  <a:lumMod val="50000"/>
                </a:schemeClr>
              </a:buClr>
              <a:buFont typeface="Arial" charset="0"/>
              <a:buChar char="•"/>
              <a:tabLst/>
              <a:defRPr sz="105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274391" y="822960"/>
            <a:ext cx="11655840" cy="276999"/>
          </a:xfrm>
        </p:spPr>
        <p:txBody>
          <a:bodyPr tIns="0" bIns="0"/>
          <a:lstStyle>
            <a:lvl1pPr marL="0" indent="0" algn="l">
              <a:buFontTx/>
              <a:buNone/>
              <a:defRPr sz="1800" b="1" i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hape 3"/>
          <p:cNvSpPr>
            <a:spLocks noGrp="1"/>
          </p:cNvSpPr>
          <p:nvPr>
            <p:ph type="sldNum" sz="quarter" idx="4"/>
          </p:nvPr>
        </p:nvSpPr>
        <p:spPr>
          <a:xfrm>
            <a:off x="109508" y="6554645"/>
            <a:ext cx="330967" cy="1949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algn="r">
              <a:spcBef>
                <a:spcPts val="0"/>
              </a:spcBef>
              <a:defRPr sz="600" b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Helvetica Neue" charset="0"/>
                <a:cs typeface="Arial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CACA9B2-DAF6-D74C-BB25-031BF88C1B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591" y="6511425"/>
            <a:ext cx="529184" cy="182880"/>
          </a:xfrm>
          <a:prstGeom prst="rect">
            <a:avLst/>
          </a:prstGeom>
        </p:spPr>
      </p:pic>
      <p:sp>
        <p:nvSpPr>
          <p:cNvPr id="14" name="Shape 5">
            <a:extLst>
              <a:ext uri="{FF2B5EF4-FFF2-40B4-BE49-F238E27FC236}">
                <a16:creationId xmlns:a16="http://schemas.microsoft.com/office/drawing/2014/main" id="{29440FAF-4DEF-4B46-AED6-C38E07E6BF88}"/>
              </a:ext>
            </a:extLst>
          </p:cNvPr>
          <p:cNvSpPr/>
          <p:nvPr userDrawn="1"/>
        </p:nvSpPr>
        <p:spPr>
          <a:xfrm>
            <a:off x="551462" y="6586171"/>
            <a:ext cx="1139707" cy="128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386" tIns="25386" rIns="25386" bIns="25386" anchor="ctr">
            <a:spAutoFit/>
          </a:bodyPr>
          <a:lstStyle/>
          <a:p>
            <a:pPr>
              <a:spcBef>
                <a:spcPts val="0"/>
              </a:spcBef>
              <a:defRPr sz="1200" cap="all"/>
            </a:pPr>
            <a:r>
              <a:rPr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© </a:t>
            </a:r>
            <a:r>
              <a:rPr lang="en-US"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2026</a:t>
            </a:r>
            <a:r>
              <a:rPr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C3.</a:t>
            </a:r>
            <a:r>
              <a:rPr lang="en-US" sz="500" cap="none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ai Inc. All Rights Reserved.</a:t>
            </a:r>
            <a:endParaRPr sz="500" cap="all" dirty="0">
              <a:solidFill>
                <a:schemeClr val="tx1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803921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54"/>
          <p:cNvSpPr>
            <a:spLocks noGrp="1"/>
          </p:cNvSpPr>
          <p:nvPr>
            <p:ph type="title" hasCustomPrompt="1"/>
          </p:nvPr>
        </p:nvSpPr>
        <p:spPr>
          <a:xfrm>
            <a:off x="551605" y="2505084"/>
            <a:ext cx="10921437" cy="1522475"/>
          </a:xfrm>
          <a:prstGeom prst="rect">
            <a:avLst/>
          </a:prstGeom>
        </p:spPr>
        <p:txBody>
          <a:bodyPr anchor="ctr" anchorCtr="0"/>
          <a:lstStyle>
            <a:lvl1pPr algn="l">
              <a:defRPr sz="5400" b="1" i="0" cap="none" spc="-100" baseline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 Thin"/>
              </a:defRPr>
            </a:lvl1pPr>
          </a:lstStyle>
          <a:p>
            <a:r>
              <a:rPr lang="en-US"/>
              <a:t>Section Title Slide</a:t>
            </a:r>
            <a:endParaRPr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52EF95B1-F2C2-FE41-8409-19ABBD626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08" y="6554645"/>
            <a:ext cx="330967" cy="1949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algn="r">
              <a:spcBef>
                <a:spcPts val="0"/>
              </a:spcBef>
              <a:defRPr sz="600" b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Helvetica Neue" charset="0"/>
                <a:cs typeface="Arial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8507C6C-0BCE-8543-8496-C6DC7B4BE0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591" y="6511425"/>
            <a:ext cx="529184" cy="182880"/>
          </a:xfrm>
          <a:prstGeom prst="rect">
            <a:avLst/>
          </a:prstGeom>
        </p:spPr>
      </p:pic>
      <p:sp>
        <p:nvSpPr>
          <p:cNvPr id="8" name="Shape 5">
            <a:extLst>
              <a:ext uri="{FF2B5EF4-FFF2-40B4-BE49-F238E27FC236}">
                <a16:creationId xmlns:a16="http://schemas.microsoft.com/office/drawing/2014/main" id="{6379DF7D-995D-3B42-AA6D-1296C511F38A}"/>
              </a:ext>
            </a:extLst>
          </p:cNvPr>
          <p:cNvSpPr/>
          <p:nvPr userDrawn="1"/>
        </p:nvSpPr>
        <p:spPr>
          <a:xfrm>
            <a:off x="551462" y="6586171"/>
            <a:ext cx="1139707" cy="128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386" tIns="25386" rIns="25386" bIns="25386" anchor="ctr">
            <a:spAutoFit/>
          </a:bodyPr>
          <a:lstStyle/>
          <a:p>
            <a:pPr>
              <a:spcBef>
                <a:spcPts val="0"/>
              </a:spcBef>
              <a:defRPr sz="1200" cap="all"/>
            </a:pPr>
            <a:r>
              <a:rPr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© </a:t>
            </a:r>
            <a:r>
              <a:rPr lang="en-US"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2026</a:t>
            </a:r>
            <a:r>
              <a:rPr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C3.</a:t>
            </a:r>
            <a:r>
              <a:rPr lang="en-US" sz="500" cap="none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ai Inc. All Rights Reserved.</a:t>
            </a:r>
            <a:endParaRPr sz="500" cap="all" dirty="0">
              <a:solidFill>
                <a:schemeClr val="tx1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30918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3"/>
          <p:cNvSpPr>
            <a:spLocks noGrp="1"/>
          </p:cNvSpPr>
          <p:nvPr>
            <p:ph type="pic" sz="quarter" idx="11"/>
          </p:nvPr>
        </p:nvSpPr>
        <p:spPr>
          <a:xfrm>
            <a:off x="6097588" y="0"/>
            <a:ext cx="6094412" cy="6858000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FontTx/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391" y="1458012"/>
            <a:ext cx="5670757" cy="1438855"/>
          </a:xfrm>
        </p:spPr>
        <p:txBody>
          <a:bodyPr wrap="square">
            <a:spAutoFit/>
          </a:bodyPr>
          <a:lstStyle>
            <a:lvl1pPr>
              <a:buClr>
                <a:schemeClr val="tx1">
                  <a:lumMod val="50000"/>
                </a:schemeClr>
              </a:buClr>
              <a:defRPr sz="16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buClr>
                <a:schemeClr val="tx1">
                  <a:lumMod val="50000"/>
                </a:schemeClr>
              </a:buClr>
              <a:defRPr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buClr>
                <a:schemeClr val="tx1">
                  <a:lumMod val="50000"/>
                </a:schemeClr>
              </a:buClr>
              <a:defRPr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buClr>
                <a:schemeClr val="tx1">
                  <a:lumMod val="50000"/>
                </a:schemeClr>
              </a:buClr>
              <a:defRPr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buClr>
                <a:schemeClr val="tx1">
                  <a:lumMod val="50000"/>
                </a:schemeClr>
              </a:buClr>
              <a:defRPr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74391" y="228600"/>
            <a:ext cx="5670757" cy="548640"/>
          </a:xfrm>
        </p:spPr>
        <p:txBody>
          <a:bodyPr lIns="91440"/>
          <a:lstStyle>
            <a:lvl1pPr algn="l">
              <a:defRPr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hape 3"/>
          <p:cNvSpPr>
            <a:spLocks noGrp="1"/>
          </p:cNvSpPr>
          <p:nvPr>
            <p:ph type="sldNum" sz="quarter" idx="4"/>
          </p:nvPr>
        </p:nvSpPr>
        <p:spPr>
          <a:xfrm>
            <a:off x="109508" y="6554645"/>
            <a:ext cx="330967" cy="1949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algn="r">
              <a:spcBef>
                <a:spcPts val="0"/>
              </a:spcBef>
              <a:defRPr sz="600" b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Helvetica Neue" charset="0"/>
                <a:cs typeface="Arial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C830092-6ACB-B646-B744-8994E663AC63}"/>
              </a:ext>
            </a:extLst>
          </p:cNvPr>
          <p:cNvSpPr/>
          <p:nvPr userDrawn="1"/>
        </p:nvSpPr>
        <p:spPr>
          <a:xfrm>
            <a:off x="551462" y="6586171"/>
            <a:ext cx="1139707" cy="128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386" tIns="25386" rIns="25386" bIns="25386" anchor="ctr">
            <a:spAutoFit/>
          </a:bodyPr>
          <a:lstStyle/>
          <a:p>
            <a:pPr>
              <a:spcBef>
                <a:spcPts val="0"/>
              </a:spcBef>
              <a:defRPr sz="1200" cap="all"/>
            </a:pPr>
            <a:r>
              <a:rPr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© </a:t>
            </a:r>
            <a:r>
              <a:rPr lang="en-US"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2026</a:t>
            </a:r>
            <a:r>
              <a:rPr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C3.</a:t>
            </a:r>
            <a:r>
              <a:rPr lang="en-US" sz="500" cap="none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ai Inc. All Rights Reserved.</a:t>
            </a:r>
            <a:endParaRPr sz="500" cap="all" dirty="0">
              <a:solidFill>
                <a:schemeClr val="tx1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370498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Slide for developer code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57285" y="2071384"/>
            <a:ext cx="11653522" cy="1392689"/>
          </a:xfrm>
          <a:solidFill>
            <a:schemeClr val="bg2"/>
          </a:solidFill>
        </p:spPr>
        <p:txBody>
          <a:bodyPr lIns="182880" tIns="182880" bIns="182880"/>
          <a:lstStyle>
            <a:lvl1pPr marL="0" indent="0">
              <a:buNone/>
              <a:defRPr sz="180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39657" indent="0">
              <a:buNone/>
              <a:defRPr sz="120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72973" indent="0">
              <a:buNone/>
              <a:defRPr sz="110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798353" indent="0">
              <a:buNone/>
              <a:defRPr sz="105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30082" indent="0">
              <a:buNone/>
              <a:defRPr sz="105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74391" y="1189177"/>
            <a:ext cx="11653523" cy="78483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285750" indent="-220663">
              <a:buFont typeface="Arial" charset="0"/>
              <a:buChar char="•"/>
              <a:tabLst/>
              <a:defRPr sz="160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517525" indent="-173038">
              <a:buFont typeface="Arial" charset="0"/>
              <a:buChar char="•"/>
              <a:tabLst/>
              <a:defRPr sz="1400"/>
            </a:lvl3pPr>
            <a:lvl4pPr marL="744538" indent="-166688">
              <a:buFont typeface="Arial" charset="0"/>
              <a:buChar char="•"/>
              <a:tabLst/>
              <a:defRPr sz="1200"/>
            </a:lvl4pPr>
            <a:lvl5pPr marL="971550" indent="-173038">
              <a:buFont typeface="Arial" charset="0"/>
              <a:buChar char="•"/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Shape 3"/>
          <p:cNvSpPr>
            <a:spLocks noGrp="1"/>
          </p:cNvSpPr>
          <p:nvPr>
            <p:ph type="sldNum" sz="quarter" idx="4"/>
          </p:nvPr>
        </p:nvSpPr>
        <p:spPr>
          <a:xfrm>
            <a:off x="109508" y="6554645"/>
            <a:ext cx="330967" cy="1949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algn="r">
              <a:spcBef>
                <a:spcPts val="0"/>
              </a:spcBef>
              <a:defRPr sz="600" b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Helvetica Neue" charset="0"/>
                <a:cs typeface="Arial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0186D10-0D8C-4440-9EEE-927F1863A6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591" y="6511425"/>
            <a:ext cx="529184" cy="182880"/>
          </a:xfrm>
          <a:prstGeom prst="rect">
            <a:avLst/>
          </a:prstGeom>
        </p:spPr>
      </p:pic>
      <p:sp>
        <p:nvSpPr>
          <p:cNvPr id="10" name="Shape 5">
            <a:extLst>
              <a:ext uri="{FF2B5EF4-FFF2-40B4-BE49-F238E27FC236}">
                <a16:creationId xmlns:a16="http://schemas.microsoft.com/office/drawing/2014/main" id="{3CDA1012-BD95-D444-9388-69DCF78F2224}"/>
              </a:ext>
            </a:extLst>
          </p:cNvPr>
          <p:cNvSpPr/>
          <p:nvPr userDrawn="1"/>
        </p:nvSpPr>
        <p:spPr>
          <a:xfrm>
            <a:off x="551462" y="6586171"/>
            <a:ext cx="1139707" cy="128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386" tIns="25386" rIns="25386" bIns="25386" anchor="ctr">
            <a:spAutoFit/>
          </a:bodyPr>
          <a:lstStyle/>
          <a:p>
            <a:pPr>
              <a:spcBef>
                <a:spcPts val="0"/>
              </a:spcBef>
              <a:defRPr sz="1200" cap="all"/>
            </a:pPr>
            <a:r>
              <a:rPr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© </a:t>
            </a:r>
            <a:r>
              <a:rPr lang="en-US"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2026</a:t>
            </a:r>
            <a:r>
              <a:rPr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500" cap="all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C3.</a:t>
            </a:r>
            <a:r>
              <a:rPr lang="en-US" sz="500" cap="none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ai Inc. All Rights Reserved.</a:t>
            </a:r>
            <a:endParaRPr sz="500" cap="all" dirty="0">
              <a:solidFill>
                <a:schemeClr val="tx1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06013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"/>
          <p:cNvSpPr>
            <a:spLocks noGrp="1"/>
          </p:cNvSpPr>
          <p:nvPr>
            <p:ph type="sldNum" sz="quarter" idx="4"/>
          </p:nvPr>
        </p:nvSpPr>
        <p:spPr>
          <a:xfrm>
            <a:off x="109508" y="6554645"/>
            <a:ext cx="330967" cy="1949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algn="r">
              <a:spcBef>
                <a:spcPts val="0"/>
              </a:spcBef>
              <a:defRPr sz="600" b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Helvetica Neue" charset="0"/>
                <a:cs typeface="Arial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37C2612-80F2-044D-B9E1-703A908A13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9591" y="6511425"/>
            <a:ext cx="529184" cy="182880"/>
          </a:xfrm>
          <a:prstGeom prst="rect">
            <a:avLst/>
          </a:prstGeom>
        </p:spPr>
      </p:pic>
      <p:sp>
        <p:nvSpPr>
          <p:cNvPr id="6" name="Shape 5">
            <a:extLst>
              <a:ext uri="{FF2B5EF4-FFF2-40B4-BE49-F238E27FC236}">
                <a16:creationId xmlns:a16="http://schemas.microsoft.com/office/drawing/2014/main" id="{B7DB5C5C-0539-2644-A9B8-195F19803764}"/>
              </a:ext>
            </a:extLst>
          </p:cNvPr>
          <p:cNvSpPr/>
          <p:nvPr userDrawn="1"/>
        </p:nvSpPr>
        <p:spPr>
          <a:xfrm>
            <a:off x="551462" y="6586171"/>
            <a:ext cx="1139707" cy="128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386" tIns="25386" rIns="25386" bIns="25386" anchor="ctr">
            <a:spAutoFit/>
          </a:bodyPr>
          <a:lstStyle/>
          <a:p>
            <a:pPr>
              <a:spcBef>
                <a:spcPts val="0"/>
              </a:spcBef>
              <a:defRPr sz="1200" cap="all"/>
            </a:pPr>
            <a:r>
              <a:rPr sz="500" cap="all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© </a:t>
            </a:r>
            <a:r>
              <a:rPr lang="en-US" sz="500" cap="all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2025</a:t>
            </a:r>
            <a:r>
              <a:rPr sz="500" cap="all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sz="500" cap="all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C3.</a:t>
            </a:r>
            <a:r>
              <a:rPr lang="en-US" sz="500" cap="none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ai Inc. All Rights Reserved.</a:t>
            </a:r>
            <a:endParaRPr sz="500" cap="all">
              <a:solidFill>
                <a:schemeClr val="tx1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15658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C7D21CDD-FBD4-EC4F-BCB6-268C1E6813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76152" y="2834640"/>
            <a:ext cx="3439694" cy="11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125273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392" y="228600"/>
            <a:ext cx="11655840" cy="548640"/>
          </a:xfrm>
          <a:prstGeom prst="rect">
            <a:avLst/>
          </a:prstGeom>
        </p:spPr>
        <p:txBody>
          <a:bodyPr vert="horz" wrap="square" lIns="91440" tIns="45720" rIns="146304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391" y="1189179"/>
            <a:ext cx="11653521" cy="1438855"/>
          </a:xfrm>
          <a:prstGeom prst="rect">
            <a:avLst/>
          </a:prstGeom>
        </p:spPr>
        <p:txBody>
          <a:bodyPr vert="horz" wrap="square" lIns="91440" tIns="91440" rIns="182880" bIns="9144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62568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723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</p:sldLayoutIdLst>
  <p:transition>
    <p:fade/>
  </p:transition>
  <p:hf hdr="0" ftr="0" dt="0"/>
  <p:txStyles>
    <p:titleStyle>
      <a:lvl1pPr algn="l" defTabSz="914180" rtl="0" eaLnBrk="1" latinLnBrk="0" hangingPunct="1">
        <a:lnSpc>
          <a:spcPct val="100000"/>
        </a:lnSpc>
        <a:spcBef>
          <a:spcPct val="0"/>
        </a:spcBef>
        <a:buNone/>
        <a:defRPr lang="en-US" sz="3200" b="1" i="0" kern="1200" cap="none" spc="0" baseline="0" dirty="0" smtClean="0">
          <a:ln w="3175">
            <a:noFill/>
          </a:ln>
          <a:solidFill>
            <a:schemeClr val="tx1"/>
          </a:solidFill>
          <a:effectLst/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228600" marR="0" indent="-228600" algn="l" defTabSz="91418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1">
            <a:lumMod val="50000"/>
          </a:schemeClr>
        </a:buClr>
        <a:buSzPct val="90000"/>
        <a:buFont typeface="Arial" pitchFamily="34" charset="0"/>
        <a:buChar char="•"/>
        <a:tabLst/>
        <a:defRPr sz="1600" b="0" i="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458788" marR="0" indent="-173038" algn="l" defTabSz="91418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1">
            <a:lumMod val="50000"/>
          </a:schemeClr>
        </a:buClr>
        <a:buSzPct val="90000"/>
        <a:buFont typeface="Arial" pitchFamily="34" charset="0"/>
        <a:buChar char="•"/>
        <a:tabLst/>
        <a:defRPr sz="1400" b="0" i="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631825" marR="0" indent="-115888" algn="l" defTabSz="91418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1">
            <a:lumMod val="50000"/>
          </a:schemeClr>
        </a:buClr>
        <a:buSzPct val="90000"/>
        <a:buFont typeface="Arial" pitchFamily="34" charset="0"/>
        <a:buChar char="•"/>
        <a:tabLst/>
        <a:defRPr sz="1200" b="0" i="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803275" marR="0" indent="-114300" algn="l" defTabSz="91418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1">
            <a:lumMod val="50000"/>
          </a:schemeClr>
        </a:buClr>
        <a:buSzPct val="90000"/>
        <a:buFont typeface="Arial" pitchFamily="34" charset="0"/>
        <a:buChar char="•"/>
        <a:tabLst/>
        <a:defRPr sz="1050" b="0" i="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976313" marR="0" indent="-120650" algn="l" defTabSz="914180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1">
            <a:lumMod val="50000"/>
          </a:schemeClr>
        </a:buClr>
        <a:buSzPct val="90000"/>
        <a:buFont typeface="Arial" pitchFamily="34" charset="0"/>
        <a:buChar char="•"/>
        <a:tabLst/>
        <a:defRPr sz="900" b="0" i="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3996" indent="-228546" algn="l" defTabSz="914180" rtl="0" eaLnBrk="1" latinLnBrk="0" hangingPunct="1">
        <a:spcBef>
          <a:spcPct val="20000"/>
        </a:spcBef>
        <a:buFont typeface="Arial" pitchFamily="34" charset="0"/>
        <a:buChar char="•"/>
        <a:defRPr sz="196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87" indent="-228546" algn="l" defTabSz="914180" rtl="0" eaLnBrk="1" latinLnBrk="0" hangingPunct="1">
        <a:spcBef>
          <a:spcPct val="20000"/>
        </a:spcBef>
        <a:buFont typeface="Arial" pitchFamily="34" charset="0"/>
        <a:buChar char="•"/>
        <a:defRPr sz="196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77" indent="-228546" algn="l" defTabSz="914180" rtl="0" eaLnBrk="1" latinLnBrk="0" hangingPunct="1">
        <a:spcBef>
          <a:spcPct val="20000"/>
        </a:spcBef>
        <a:buFont typeface="Arial" pitchFamily="34" charset="0"/>
        <a:buChar char="•"/>
        <a:defRPr sz="196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68" indent="-228546" algn="l" defTabSz="914180" rtl="0" eaLnBrk="1" latinLnBrk="0" hangingPunct="1">
        <a:spcBef>
          <a:spcPct val="20000"/>
        </a:spcBef>
        <a:buFont typeface="Arial" pitchFamily="34" charset="0"/>
        <a:buChar char="•"/>
        <a:defRPr sz="1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80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57090" algn="l" defTabSz="914180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2pPr>
      <a:lvl3pPr marL="914180" algn="l" defTabSz="914180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3pPr>
      <a:lvl4pPr marL="1371271" algn="l" defTabSz="914180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4pPr>
      <a:lvl5pPr marL="1828361" algn="l" defTabSz="914180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5pPr>
      <a:lvl6pPr marL="2285452" algn="l" defTabSz="914180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6pPr>
      <a:lvl7pPr marL="2742541" algn="l" defTabSz="914180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7pPr>
      <a:lvl8pPr marL="3199632" algn="l" defTabSz="914180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8pPr>
      <a:lvl9pPr marL="3656723" algn="l" defTabSz="914180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3">
          <p15:clr>
            <a:srgbClr val="5ACBF0"/>
          </p15:clr>
        </p15:guide>
        <p15:guide id="2" pos="170">
          <p15:clr>
            <a:srgbClr val="5ACBF0"/>
          </p15:clr>
        </p15:guide>
        <p15:guide id="3" pos="734">
          <p15:clr>
            <a:srgbClr val="5ACBF0"/>
          </p15:clr>
        </p15:guide>
        <p15:guide id="4" pos="1299">
          <p15:clr>
            <a:srgbClr val="5ACBF0"/>
          </p15:clr>
        </p15:guide>
        <p15:guide id="5" pos="1863">
          <p15:clr>
            <a:srgbClr val="5ACBF0"/>
          </p15:clr>
        </p15:guide>
        <p15:guide id="6" pos="2428">
          <p15:clr>
            <a:srgbClr val="5ACBF0"/>
          </p15:clr>
        </p15:guide>
        <p15:guide id="7" pos="2992">
          <p15:clr>
            <a:srgbClr val="5ACBF0"/>
          </p15:clr>
        </p15:guide>
        <p15:guide id="8" pos="3557">
          <p15:clr>
            <a:srgbClr val="5ACBF0"/>
          </p15:clr>
        </p15:guide>
        <p15:guide id="9" pos="4121">
          <p15:clr>
            <a:srgbClr val="5ACBF0"/>
          </p15:clr>
        </p15:guide>
        <p15:guide id="10" pos="4686">
          <p15:clr>
            <a:srgbClr val="5ACBF0"/>
          </p15:clr>
        </p15:guide>
        <p15:guide id="11" pos="5250">
          <p15:clr>
            <a:srgbClr val="5ACBF0"/>
          </p15:clr>
        </p15:guide>
        <p15:guide id="12" pos="5815">
          <p15:clr>
            <a:srgbClr val="5ACBF0"/>
          </p15:clr>
        </p15:guide>
        <p15:guide id="13" pos="6379">
          <p15:clr>
            <a:srgbClr val="5ACBF0"/>
          </p15:clr>
        </p15:guide>
        <p15:guide id="14" pos="6944">
          <p15:clr>
            <a:srgbClr val="5ACBF0"/>
          </p15:clr>
        </p15:guide>
        <p15:guide id="15" pos="7508">
          <p15:clr>
            <a:srgbClr val="5ACBF0"/>
          </p15:clr>
        </p15:guide>
        <p15:guide id="16" pos="282">
          <p15:clr>
            <a:srgbClr val="C35EA4"/>
          </p15:clr>
        </p15:guide>
        <p15:guide id="17" pos="7396">
          <p15:clr>
            <a:srgbClr val="C35EA4"/>
          </p15:clr>
        </p15:guide>
        <p15:guide id="18" orient="horz" pos="748">
          <p15:clr>
            <a:srgbClr val="5ACBF0"/>
          </p15:clr>
        </p15:guide>
        <p15:guide id="19" orient="horz" pos="1313">
          <p15:clr>
            <a:srgbClr val="5ACBF0"/>
          </p15:clr>
        </p15:guide>
        <p15:guide id="20" orient="horz" pos="1878">
          <p15:clr>
            <a:srgbClr val="5ACBF0"/>
          </p15:clr>
        </p15:guide>
        <p15:guide id="21" orient="horz" pos="2442">
          <p15:clr>
            <a:srgbClr val="5ACBF0"/>
          </p15:clr>
        </p15:guide>
        <p15:guide id="22" orient="horz" pos="3007">
          <p15:clr>
            <a:srgbClr val="5ACBF0"/>
          </p15:clr>
        </p15:guide>
        <p15:guide id="23" orient="horz" pos="3572">
          <p15:clr>
            <a:srgbClr val="5ACBF0"/>
          </p15:clr>
        </p15:guide>
        <p15:guide id="24" orient="horz" pos="4137">
          <p15:clr>
            <a:srgbClr val="5ACBF0"/>
          </p15:clr>
        </p15:guide>
        <p15:guide id="25" orient="horz" pos="296">
          <p15:clr>
            <a:srgbClr val="C35EA4"/>
          </p15:clr>
        </p15:guide>
        <p15:guide id="26" orient="horz" pos="4024">
          <p15:clr>
            <a:srgbClr val="C35EA4"/>
          </p15:clr>
        </p15:guide>
      </p15:sldGuideLst>
    </p:ext>
  </p:extLst>
</p:sldMaster>
</file>

<file path=ppt/theme/theme1.xml><?xml version="1.0" encoding="utf-8"?>
<a:theme xmlns:a="http://schemas.openxmlformats.org/drawingml/2006/main" name="C3 AI Template Dark">
  <a:themeElements>
    <a:clrScheme name="Custom 5">
      <a:dk1>
        <a:srgbClr val="1A1A1A"/>
      </a:dk1>
      <a:lt1>
        <a:srgbClr val="FFFFFF"/>
      </a:lt1>
      <a:dk2>
        <a:srgbClr val="505050"/>
      </a:dk2>
      <a:lt2>
        <a:srgbClr val="C8C8C8"/>
      </a:lt2>
      <a:accent1>
        <a:srgbClr val="FFFFFF"/>
      </a:accent1>
      <a:accent2>
        <a:srgbClr val="8C8C8C"/>
      </a:accent2>
      <a:accent3>
        <a:srgbClr val="06A7E0"/>
      </a:accent3>
      <a:accent4>
        <a:srgbClr val="F79430"/>
      </a:accent4>
      <a:accent5>
        <a:srgbClr val="9CCD6C"/>
      </a:accent5>
      <a:accent6>
        <a:srgbClr val="CBC8C7"/>
      </a:accent6>
      <a:hlink>
        <a:srgbClr val="06A7E0"/>
      </a:hlink>
      <a:folHlink>
        <a:srgbClr val="06A7E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</a:spPr>
      <a:bodyPr vert="horz" wrap="square" lIns="91440" tIns="45708" rIns="0" bIns="45708" numCol="1" rtlCol="0" anchor="ctr" anchorCtr="0" compatLnSpc="1">
        <a:prstTxWarp prst="textNoShape">
          <a:avLst/>
        </a:prstTxWarp>
      </a:bodyPr>
      <a:lstStyle>
        <a:defPPr algn="ctr" defTabSz="913916" fontAlgn="base">
          <a:spcBef>
            <a:spcPct val="0"/>
          </a:spcBef>
          <a:spcAft>
            <a:spcPct val="0"/>
          </a:spcAft>
          <a:defRPr sz="1200" dirty="0" err="1" smtClean="0">
            <a:solidFill>
              <a:schemeClr val="bg1"/>
            </a:solidFill>
            <a:ea typeface="Helvetica Neue" charset="0"/>
            <a:cs typeface="Helvetica Neue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 defTabSz="914217">
          <a:defRPr sz="1600" kern="0" dirty="0" smtClean="0">
            <a:solidFill>
              <a:schemeClr val="accent1"/>
            </a:solidFill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  <a:sym typeface="Helvetica Neue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08CA7819-5FA6-194E-B816-9BCDA84915C5}" vid="{D1D13581-D423-E04E-9EC3-38F0DAEF8D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1B1EF9826BD546A231CA536A3F4091" ma:contentTypeVersion="34" ma:contentTypeDescription="Create a new document." ma:contentTypeScope="" ma:versionID="4558fee6daf019270f4197c48e399650">
  <xsd:schema xmlns:xsd="http://www.w3.org/2001/XMLSchema" xmlns:xs="http://www.w3.org/2001/XMLSchema" xmlns:p="http://schemas.microsoft.com/office/2006/metadata/properties" xmlns:ns1="http://schemas.microsoft.com/sharepoint/v3" xmlns:ns2="f7b5ec5d-e27a-4ffe-88ba-b1fd0af7cced" xmlns:ns3="5081aed2-6606-49ba-b0f8-991983b7640a" targetNamespace="http://schemas.microsoft.com/office/2006/metadata/properties" ma:root="true" ma:fieldsID="0f9e19063ebfc8021971b861de6ac07c" ns1:_="" ns2:_="" ns3:_="">
    <xsd:import namespace="http://schemas.microsoft.com/sharepoint/v3"/>
    <xsd:import namespace="f7b5ec5d-e27a-4ffe-88ba-b1fd0af7cced"/>
    <xsd:import namespace="5081aed2-6606-49ba-b0f8-991983b764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Date" minOccurs="0"/>
                <xsd:element ref="ns2:INDEV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b5ec5d-e27a-4ffe-88ba-b1fd0af7cc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  <xsd:element name="Date" ma:index="26" nillable="true" ma:displayName="Date" ma:format="DateTime" ma:internalName="Date">
      <xsd:simpleType>
        <xsd:restriction base="dms:DateTime"/>
      </xsd:simpleType>
    </xsd:element>
    <xsd:element name="INDEV" ma:index="27" nillable="true" ma:displayName="IN DEV" ma:default="1" ma:format="Dropdown" ma:internalName="INDEV">
      <xsd:simpleType>
        <xsd:restriction base="dms:Boolean"/>
      </xsd:simpleType>
    </xsd:element>
    <xsd:element name="lcf76f155ced4ddcb4097134ff3c332f" ma:index="29" nillable="true" ma:taxonomy="true" ma:internalName="lcf76f155ced4ddcb4097134ff3c332f" ma:taxonomyFieldName="MediaServiceImageTags" ma:displayName="Image Tags" ma:readOnly="false" ma:fieldId="{5cf76f15-5ced-4ddc-b409-7134ff3c332f}" ma:taxonomyMulti="true" ma:sspId="6a6515a4-8d62-4391-acfa-d70980d58d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81aed2-6606-49ba-b0f8-991983b7640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063a55d8-9047-4727-9d13-0751a50fd980}" ma:internalName="TaxCatchAll" ma:showField="CatchAllData" ma:web="5081aed2-6606-49ba-b0f8-991983b764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b5ec5d-e27a-4ffe-88ba-b1fd0af7cced">
      <Terms xmlns="http://schemas.microsoft.com/office/infopath/2007/PartnerControls"/>
    </lcf76f155ced4ddcb4097134ff3c332f>
    <_ip_UnifiedCompliancePolicyUIAction xmlns="http://schemas.microsoft.com/sharepoint/v3" xsi:nil="true"/>
    <TaxCatchAll xmlns="5081aed2-6606-49ba-b0f8-991983b7640a" xsi:nil="true"/>
    <_ip_UnifiedCompliancePolicyProperties xmlns="http://schemas.microsoft.com/sharepoint/v3" xsi:nil="true"/>
    <SharedWithUsers xmlns="5081aed2-6606-49ba-b0f8-991983b7640a">
      <UserInfo>
        <DisplayName/>
        <AccountId xsi:nil="true"/>
        <AccountType/>
      </UserInfo>
    </SharedWithUsers>
    <Date xmlns="f7b5ec5d-e27a-4ffe-88ba-b1fd0af7cced" xsi:nil="true"/>
    <INDEV xmlns="f7b5ec5d-e27a-4ffe-88ba-b1fd0af7cced">true</INDEV>
  </documentManagement>
</p:properties>
</file>

<file path=customXml/itemProps1.xml><?xml version="1.0" encoding="utf-8"?>
<ds:datastoreItem xmlns:ds="http://schemas.openxmlformats.org/officeDocument/2006/customXml" ds:itemID="{00CE2813-D7EC-4F32-8411-671A349D215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A82C1B-EF78-4915-B937-9468AAACB645}">
  <ds:schemaRefs>
    <ds:schemaRef ds:uri="5081aed2-6606-49ba-b0f8-991983b7640a"/>
    <ds:schemaRef ds:uri="f7b5ec5d-e27a-4ffe-88ba-b1fd0af7cce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0A889EF-7A62-456F-B9DE-5310FC557851}">
  <ds:schemaRefs>
    <ds:schemaRef ds:uri="5081aed2-6606-49ba-b0f8-991983b7640a"/>
    <ds:schemaRef ds:uri="f7b5ec5d-e27a-4ffe-88ba-b1fd0af7cce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C3 AI Template Dark</Template>
  <TotalTime>95</TotalTime>
  <Words>538</Words>
  <Application>Microsoft Macintosh PowerPoint</Application>
  <PresentationFormat>Widescreen</PresentationFormat>
  <Paragraphs>89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Consolas</vt:lpstr>
      <vt:lpstr>Helvetica Neue</vt:lpstr>
      <vt:lpstr>Segoe UI</vt:lpstr>
      <vt:lpstr>C3 AI Template Dark</vt:lpstr>
      <vt:lpstr>C3 Integration</vt:lpstr>
      <vt:lpstr>Rationale</vt:lpstr>
      <vt:lpstr>Overview</vt:lpstr>
      <vt:lpstr>Integration Details</vt:lpstr>
      <vt:lpstr>Backend Setup</vt:lpstr>
      <vt:lpstr>Example</vt:lpstr>
      <vt:lpstr>One backend, multiple frontends</vt:lpstr>
      <vt:lpstr>Pros and cons</vt:lpstr>
      <vt:lpstr>Case Study Overview – Content covered</vt:lpstr>
      <vt:lpstr>Additional Reference Resources</vt:lpstr>
      <vt:lpstr>Documentation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 Chiu</dc:creator>
  <cp:lastModifiedBy>Josh Chiu</cp:lastModifiedBy>
  <cp:revision>4</cp:revision>
  <dcterms:created xsi:type="dcterms:W3CDTF">2025-12-08T15:02:44Z</dcterms:created>
  <dcterms:modified xsi:type="dcterms:W3CDTF">2026-04-13T15:49:53Z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0x010100311B1EF9826BD546A231CA536A3F4091</vt:lpwstr>
  </property>
  <property fmtid="{D5CDD505-2E9C-101B-9397-08002B2CF9AE}" pid="3" name="Order">
    <vt:r8>429042700</vt:r8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MediaServiceImageTags">
    <vt:lpwstr/>
  </property>
</Properties>
</file>